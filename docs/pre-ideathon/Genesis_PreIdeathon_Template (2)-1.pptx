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 /><Relationship Id="rId2" Type="http://schemas.openxmlformats.org/package/2006/relationships/metadata/core-properties" Target="docProps/core.xml" /><Relationship Id="rId1"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Genesis Ideathon" id="{738414BB-E90B-39D7-38DA-935763612684}">
          <p14:sldIdLst>
            <p14:sldId id="256"/>
            <p14:sldId id="257"/>
            <p14:sldId id="258"/>
            <p14:sldId id="259"/>
            <p14:sldId id="260"/>
            <p14:sldId id="261"/>
            <p14:sldId id="262"/>
            <p14:sldId id="263"/>
            <p14:sldId id="26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9" d="100"/>
          <a:sy n="89" d="100"/>
        </p:scale>
        <p:origin x="437" y="8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 /><Relationship Id="rId13" Type="http://schemas.openxmlformats.org/officeDocument/2006/relationships/viewProps" Target="viewProps.xml" /><Relationship Id="rId3" Type="http://schemas.openxmlformats.org/officeDocument/2006/relationships/slide" Target="slides/slide2.xml" /><Relationship Id="rId7" Type="http://schemas.openxmlformats.org/officeDocument/2006/relationships/slide" Target="slides/slide6.xml" /><Relationship Id="rId12" Type="http://schemas.openxmlformats.org/officeDocument/2006/relationships/presProps" Target="presProps.xml" /><Relationship Id="rId2" Type="http://schemas.openxmlformats.org/officeDocument/2006/relationships/slide" Target="slides/slide1.xml" /><Relationship Id="rId1" Type="http://schemas.openxmlformats.org/officeDocument/2006/relationships/slideMaster" Target="slideMasters/slideMaster1.xml" /><Relationship Id="rId6" Type="http://schemas.openxmlformats.org/officeDocument/2006/relationships/slide" Target="slides/slide5.xml" /><Relationship Id="rId11" Type="http://schemas.openxmlformats.org/officeDocument/2006/relationships/notesMaster" Target="notesMasters/notesMaster1.xml" /><Relationship Id="rId5" Type="http://schemas.openxmlformats.org/officeDocument/2006/relationships/slide" Target="slides/slide4.xml" /><Relationship Id="rId15" Type="http://schemas.openxmlformats.org/officeDocument/2006/relationships/tableStyles" Target="tableStyles.xml" /><Relationship Id="rId10" Type="http://schemas.openxmlformats.org/officeDocument/2006/relationships/slide" Target="slides/slide9.xml" /><Relationship Id="rId4" Type="http://schemas.openxmlformats.org/officeDocument/2006/relationships/slide" Target="slides/slide3.xml" /><Relationship Id="rId9" Type="http://schemas.openxmlformats.org/officeDocument/2006/relationships/slide" Target="slides/slide8.xml" /><Relationship Id="rId14" Type="http://schemas.openxmlformats.org/officeDocument/2006/relationships/theme" Target="theme/theme1.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45050696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 /><Relationship Id="rId1" Type="http://schemas.openxmlformats.org/officeDocument/2006/relationships/notesMaster" Target="../notesMasters/notesMaster1.xml" /></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 /><Relationship Id="rId1" Type="http://schemas.openxmlformats.org/officeDocument/2006/relationships/notesMaster" Target="../notesMasters/notesMaster1.xml" /></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 /><Relationship Id="rId1" Type="http://schemas.openxmlformats.org/officeDocument/2006/relationships/notesMaster" Target="../notesMasters/notesMaster1.xml" /></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 /><Relationship Id="rId1" Type="http://schemas.openxmlformats.org/officeDocument/2006/relationships/notesMaster" Target="../notesMasters/notesMaster1.xml" /></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 /><Relationship Id="rId1" Type="http://schemas.openxmlformats.org/officeDocument/2006/relationships/notesMaster" Target="../notesMasters/notesMaster1.xml" /></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 /><Relationship Id="rId1" Type="http://schemas.openxmlformats.org/officeDocument/2006/relationships/notesMaster" Target="../notesMasters/notesMaster1.xml" /></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 /><Relationship Id="rId1" Type="http://schemas.openxmlformats.org/officeDocument/2006/relationships/notesMaster" Target="../notesMasters/notesMaster1.xml" /></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 /><Relationship Id="rId1" Type="http://schemas.openxmlformats.org/officeDocument/2006/relationships/notesMaster" Target="../notesMasters/notesMaster1.xml" /></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 /><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GENESIS COVER">
    <p:bg>
      <p:bgPr>
        <a:solidFill>
          <a:schemeClr val="tx2"/>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GENESIS CONTENT">
    <p:bg>
      <p:bgPr>
        <a:solidFill>
          <a:schemeClr val="bg2"/>
        </a:solidFill>
        <a:effectLst/>
      </p:bgPr>
    </p:bg>
    <p:spTree>
      <p:nvGrpSpPr>
        <p:cNvPr id="1" name=""/>
        <p:cNvGrpSpPr/>
        <p:nvPr/>
      </p:nvGrpSpPr>
      <p:grpSpPr>
        <a:xfrm>
          <a:off x="0" y="0"/>
          <a:ext cx="0" cy="0"/>
          <a:chOff x="0" y="0"/>
          <a:chExt cx="0" cy="0"/>
        </a:xfrm>
      </p:grpSpPr>
      <p:sp>
        <p:nvSpPr>
          <p:cNvPr id="2" name="Text 0"/>
          <p:cNvSpPr/>
          <p:nvPr/>
        </p:nvSpPr>
        <p:spPr>
          <a:xfrm>
            <a:off x="10911535" y="320040"/>
            <a:ext cx="822960" cy="822960"/>
          </a:xfrm>
          <a:prstGeom prst="roundRect">
            <a:avLst>
              <a:gd name="adj" fmla="val 13333"/>
            </a:avLst>
          </a:prstGeom>
          <a:solidFill>
            <a:schemeClr val="bg1"/>
          </a:solidFill>
          <a:ln w="9525">
            <a:solidFill>
              <a:schemeClr val="accent6"/>
            </a:solidFill>
          </a:ln>
        </p:spPr>
        <p:txBody>
          <a:bodyPr wrap="square" rtlCol="0" anchor="ctr"/>
          <a:lstStyle/>
          <a:p>
            <a:pPr marL="0" indent="0">
              <a:buNone/>
            </a:pPr>
            <a:endParaRPr lang="en-US" dirty="0"/>
          </a:p>
        </p:txBody>
      </p:sp>
      <p:pic>
        <p:nvPicPr>
          <p:cNvPr id="3" name="Image 0" descr="Genesis logo"/>
          <p:cNvPicPr>
            <a:picLocks noChangeAspect="1"/>
          </p:cNvPicPr>
          <p:nvPr/>
        </p:nvPicPr>
        <p:blipFill>
          <a:blip r:embed="rId2"/>
          <a:stretch>
            <a:fillRect/>
          </a:stretch>
        </p:blipFill>
        <p:spPr>
          <a:xfrm>
            <a:off x="11055950" y="384048"/>
            <a:ext cx="534131" cy="694944"/>
          </a:xfrm>
          <a:prstGeom prst="rect">
            <a:avLst/>
          </a:prstGeom>
        </p:spPr>
      </p:pic>
      <p:sp>
        <p:nvSpPr>
          <p:cNvPr id="4" name="Shape 1"/>
          <p:cNvSpPr/>
          <p:nvPr/>
        </p:nvSpPr>
        <p:spPr>
          <a:xfrm>
            <a:off x="0" y="6355080"/>
            <a:ext cx="12191695" cy="502920"/>
          </a:xfrm>
          <a:prstGeom prst="rect">
            <a:avLst/>
          </a:prstGeom>
          <a:solidFill>
            <a:schemeClr val="tx2"/>
          </a:solidFill>
          <a:ln/>
        </p:spPr>
      </p:sp>
      <p:sp>
        <p:nvSpPr>
          <p:cNvPr id="5" name="Text 2"/>
          <p:cNvSpPr/>
          <p:nvPr/>
        </p:nvSpPr>
        <p:spPr>
          <a:xfrm>
            <a:off x="2286000" y="6355080"/>
            <a:ext cx="7619695" cy="502920"/>
          </a:xfrm>
          <a:prstGeom prst="rect">
            <a:avLst/>
          </a:prstGeom>
          <a:noFill/>
          <a:ln/>
        </p:spPr>
        <p:txBody>
          <a:bodyPr wrap="square" lIns="0" tIns="0" rIns="0" bIns="0" rtlCol="0" anchor="ctr"/>
          <a:lstStyle/>
          <a:p>
            <a:pPr marL="0" indent="0" algn="ctr">
              <a:buNone/>
            </a:pPr>
            <a:r>
              <a:rPr lang="en-US" sz="1050" kern="0" spc="100" dirty="0">
                <a:solidFill>
                  <a:schemeClr val="accent6"/>
                </a:solidFill>
              </a:rPr>
              <a:t>Genesis Ideathon – Pre-Ideathon Template</a:t>
            </a:r>
            <a:endParaRPr lang="en-US" sz="1050" dirty="0"/>
          </a:p>
        </p:txBody>
      </p:sp>
      <p:sp>
        <p:nvSpPr>
          <p:cNvPr id="6" name="Text 3"/>
          <p:cNvSpPr/>
          <p:nvPr/>
        </p:nvSpPr>
        <p:spPr>
          <a:xfrm>
            <a:off x="11259007" y="6409944"/>
            <a:ext cx="457200" cy="395935"/>
          </a:xfrm>
          <a:prstGeom prst="hexagon">
            <a:avLst/>
          </a:prstGeom>
          <a:solidFill>
            <a:schemeClr val="accent3"/>
          </a:solidFill>
          <a:ln/>
        </p:spPr>
        <p:txBody>
          <a:bodyPr wrap="square" rtlCol="0" anchor="ctr"/>
          <a:lstStyle/>
          <a:p>
            <a:pPr marL="0" indent="0">
              <a:buNone/>
            </a:pPr>
            <a:endParaRPr lang="en-US" dirty="0"/>
          </a:p>
        </p:txBody>
      </p:sp>
      <p:sp>
        <p:nvSpPr>
          <p:cNvPr id="7" name="Text 4"/>
          <p:cNvSpPr/>
          <p:nvPr/>
        </p:nvSpPr>
        <p:spPr>
          <a:xfrm rot="5400000">
            <a:off x="10610311" y="4686300"/>
            <a:ext cx="1425408" cy="1234440"/>
          </a:xfrm>
          <a:prstGeom prst="hexagon">
            <a:avLst/>
          </a:prstGeom>
          <a:ln w="15875">
            <a:solidFill>
              <a:schemeClr val="accent4">
                <a:alpha val="28000"/>
              </a:schemeClr>
            </a:solidFill>
          </a:ln>
        </p:spPr>
        <p:txBody>
          <a:bodyPr wrap="square" rtlCol="0" anchor="ctr"/>
          <a:lstStyle/>
          <a:p>
            <a:pPr marL="0" indent="0">
              <a:buNone/>
            </a:pPr>
            <a:endParaRPr lang="en-US" dirty="0"/>
          </a:p>
        </p:txBody>
      </p:sp>
      <p:sp>
        <p:nvSpPr>
          <p:cNvPr id="8" name="Text 5"/>
          <p:cNvSpPr/>
          <p:nvPr/>
        </p:nvSpPr>
        <p:spPr>
          <a:xfrm rot="5400000">
            <a:off x="9750599" y="5349240"/>
            <a:ext cx="950272" cy="822960"/>
          </a:xfrm>
          <a:prstGeom prst="hexagon">
            <a:avLst/>
          </a:prstGeom>
          <a:ln w="15875">
            <a:solidFill>
              <a:schemeClr val="accent4">
                <a:alpha val="20000"/>
              </a:schemeClr>
            </a:solidFill>
          </a:ln>
        </p:spPr>
        <p:txBody>
          <a:bodyPr wrap="square" rtlCol="0" anchor="ctr"/>
          <a:lstStyle/>
          <a:p>
            <a:pPr marL="0" indent="0">
              <a:buNone/>
            </a:pPr>
            <a:endParaRPr lang="en-US" dirty="0"/>
          </a:p>
        </p:txBody>
      </p:sp>
      <p:sp>
        <p:nvSpPr>
          <p:cNvPr id="9" name="Text 6"/>
          <p:cNvSpPr/>
          <p:nvPr/>
        </p:nvSpPr>
        <p:spPr>
          <a:xfrm rot="5400000">
            <a:off x="11579399" y="3840480"/>
            <a:ext cx="950272" cy="822960"/>
          </a:xfrm>
          <a:prstGeom prst="hexagon">
            <a:avLst/>
          </a:prstGeom>
          <a:ln w="15875">
            <a:solidFill>
              <a:schemeClr val="accent4">
                <a:alpha val="18000"/>
              </a:schemeClr>
            </a:solidFill>
          </a:ln>
        </p:spPr>
        <p:txBody>
          <a:bodyPr wrap="square" rtlCol="0" anchor="ctr"/>
          <a:lstStyle/>
          <a:p>
            <a:pPr marL="0" indent="0">
              <a:buNone/>
            </a:pPr>
            <a:endParaRPr lang="en-US" dirty="0"/>
          </a:p>
        </p:txBody>
      </p:sp>
      <p:sp>
        <p:nvSpPr>
          <p:cNvPr id="10" name="Text 7"/>
          <p:cNvSpPr>
            <a:spLocks noGrp="1"/>
          </p:cNvSpPr>
          <p:nvPr>
            <p:ph type="title" idx="108" hasCustomPrompt="1"/>
          </p:nvPr>
        </p:nvSpPr>
        <p:spPr>
          <a:xfrm>
            <a:off x="3246120" y="320040"/>
            <a:ext cx="7498080" cy="822960"/>
          </a:xfrm>
          <a:prstGeom prst="rect">
            <a:avLst/>
          </a:prstGeom>
          <a:noFill/>
          <a:ln/>
        </p:spPr>
        <p:txBody>
          <a:bodyPr wrap="square" rtlCol="0"/>
          <a:lstStyle>
            <a:lvl1pPr marL="0" indent="0" algn="ctr">
              <a:buNone/>
              <a:defRPr lang="en-US" sz="2400" b="1" kern="0" spc="100" dirty="0">
                <a:solidFill>
                  <a:schemeClr val="tx2"/>
                </a:solidFill>
                <a:latin typeface="Cambria" pitchFamily="34" charset="0"/>
                <a:ea typeface="Cambria" pitchFamily="34" charset="-122"/>
                <a:cs typeface="Cambria" pitchFamily="34" charset="-120"/>
              </a:defRPr>
            </a:lvl1pPr>
          </a:lstStyle>
          <a:p>
            <a:pPr marL="0" indent="0" algn="ctr">
              <a:buNone/>
            </a:pPr>
            <a:r>
              <a:rPr lang="en-US" sz="2400" b="1" kern="0" spc="100" dirty="0">
                <a:solidFill>
                  <a:schemeClr val="tx2"/>
                </a:solidFill>
                <a:latin typeface="Cambria" pitchFamily="34" charset="0"/>
                <a:ea typeface="Cambria" pitchFamily="34" charset="-122"/>
                <a:cs typeface="Cambria" pitchFamily="34" charset="-120"/>
              </a:rPr>
              <a:t>SLIDE TITLE</a:t>
            </a:r>
            <a:endParaRPr lang="en-US" sz="2400" dirty="0"/>
          </a:p>
        </p:txBody>
      </p:sp>
      <p:sp>
        <p:nvSpPr>
          <p:cNvPr id="25" name="Slide Number Placeholder 0"/>
          <p:cNvSpPr>
            <a:spLocks noGrp="1"/>
          </p:cNvSpPr>
          <p:nvPr>
            <p:ph type="sldNum" sz="quarter" idx="4294967295"/>
          </p:nvPr>
        </p:nvSpPr>
        <p:spPr>
          <a:xfrm>
            <a:off x="11259007" y="6409944"/>
            <a:ext cx="457200" cy="395935"/>
          </a:xfrm>
          <a:prstGeom prst="rect">
            <a:avLst/>
          </a:prstGeom>
          <a:extLst>
            <a:ext uri="{C572A759-6A51-4108-AA02-DFA0A04FC94B}">
              <ma14:wrappingTextBoxFlag xmlns="" xmlns:ma14="http://schemas.microsoft.com/office/mac/drawingml/2011/main" val="0"/>
            </a:ext>
          </a:extLst>
        </p:spPr>
        <p:txBody>
          <a:bodyPr lIns="0" tIns="0" rIns="0" bIns="0" anchor="ctr"/>
          <a:lstStyle>
            <a:lvl1pPr>
              <a:defRPr sz="1100">
                <a:solidFill>
                  <a:schemeClr val="tx2"/>
                </a:solidFill>
                <a:latin typeface="Calibri"/>
                <a:ea typeface="Calibri"/>
                <a:cs typeface="Calibri"/>
              </a:defRPr>
            </a:lvl1pPr>
          </a:lstStyle>
          <a:p>
            <a:pPr algn="ctr"/>
            <a:fld id="{F7021451-1387-4CA6-816F-3879F97B5CBC}" type="slidenum">
              <a:rPr lang="en-US" b="1"/>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 /><Relationship Id="rId2" Type="http://schemas.openxmlformats.org/officeDocument/2006/relationships/slideLayout" Target="../slideLayouts/slideLayout2.xml" /><Relationship Id="rId1" Type="http://schemas.openxmlformats.org/officeDocument/2006/relationships/slideLayout" Target="../slideLayouts/slideLayout1.xml" /><Relationship Id="rId4" Type="http://schemas.openxmlformats.org/officeDocument/2006/relationships/theme" Target="../theme/theme1.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59007" y="6409944"/>
            <a:ext cx="457200" cy="395935"/>
          </a:xfrm>
          <a:prstGeom prst="rect">
            <a:avLst/>
          </a:prstGeom>
          <a:extLst>
            <a:ext uri="{C572A759-6A51-4108-AA02-DFA0A04FC94B}">
              <ma14:wrappingTextBoxFlag xmlns="" xmlns:ma14="http://schemas.microsoft.com/office/mac/drawingml/2011/main" val="0"/>
            </a:ext>
          </a:extLst>
        </p:spPr>
        <p:txBody>
          <a:bodyPr lIns="0" tIns="0" rIns="0" bIns="0" anchor="ctr"/>
          <a:lstStyle>
            <a:lvl1pPr>
              <a:defRPr sz="1100">
                <a:solidFill>
                  <a:schemeClr val="tx2"/>
                </a:solidFill>
                <a:latin typeface="Calibri"/>
                <a:ea typeface="Calibri"/>
                <a:cs typeface="Calibri"/>
              </a:defRPr>
            </a:lvl1pPr>
          </a:lstStyle>
          <a:p>
            <a:pPr algn="ctr"/>
            <a:fld id="{F7021451-1387-4CA6-816F-3879F97B5CBC}" type="slidenum">
              <a:rPr lang="en-US" b="1"/>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 /><Relationship Id="rId2" Type="http://schemas.openxmlformats.org/officeDocument/2006/relationships/notesSlide" Target="../notesSlides/notesSlide1.xml" /><Relationship Id="rId1" Type="http://schemas.openxmlformats.org/officeDocument/2006/relationships/slideLayout" Target="../slideLayouts/slideLayout2.xml" /></Relationships>
</file>

<file path=ppt/slides/_rels/slide2.xml.rels><?xml version="1.0" encoding="UTF-8" standalone="yes"?>
<Relationships xmlns="http://schemas.openxmlformats.org/package/2006/relationships"><Relationship Id="rId3" Type="http://schemas.openxmlformats.org/officeDocument/2006/relationships/image" Target="../media/image2.png" /><Relationship Id="rId2" Type="http://schemas.openxmlformats.org/officeDocument/2006/relationships/notesSlide" Target="../notesSlides/notesSlide2.xml" /><Relationship Id="rId1" Type="http://schemas.openxmlformats.org/officeDocument/2006/relationships/slideLayout" Target="../slideLayouts/slideLayout3.xml" /><Relationship Id="rId4" Type="http://schemas.openxmlformats.org/officeDocument/2006/relationships/image" Target="../media/image3.png" /></Relationships>
</file>

<file path=ppt/slides/_rels/slide3.xml.rels><?xml version="1.0" encoding="UTF-8" standalone="yes"?>
<Relationships xmlns="http://schemas.openxmlformats.org/package/2006/relationships"><Relationship Id="rId3" Type="http://schemas.openxmlformats.org/officeDocument/2006/relationships/image" Target="../media/image2.png" /><Relationship Id="rId2" Type="http://schemas.openxmlformats.org/officeDocument/2006/relationships/notesSlide" Target="../notesSlides/notesSlide3.xml" /><Relationship Id="rId1" Type="http://schemas.openxmlformats.org/officeDocument/2006/relationships/slideLayout" Target="../slideLayouts/slideLayout3.xml" /><Relationship Id="rId4" Type="http://schemas.openxmlformats.org/officeDocument/2006/relationships/image" Target="../media/image3.png" /></Relationships>
</file>

<file path=ppt/slides/_rels/slide4.xml.rels><?xml version="1.0" encoding="UTF-8" standalone="yes"?>
<Relationships xmlns="http://schemas.openxmlformats.org/package/2006/relationships"><Relationship Id="rId3" Type="http://schemas.openxmlformats.org/officeDocument/2006/relationships/image" Target="../media/image2.png" /><Relationship Id="rId2" Type="http://schemas.openxmlformats.org/officeDocument/2006/relationships/notesSlide" Target="../notesSlides/notesSlide4.xml" /><Relationship Id="rId1" Type="http://schemas.openxmlformats.org/officeDocument/2006/relationships/slideLayout" Target="../slideLayouts/slideLayout3.xml" /><Relationship Id="rId4" Type="http://schemas.openxmlformats.org/officeDocument/2006/relationships/image" Target="../media/image3.png" /></Relationships>
</file>

<file path=ppt/slides/_rels/slide5.xml.rels><?xml version="1.0" encoding="UTF-8" standalone="yes"?>
<Relationships xmlns="http://schemas.openxmlformats.org/package/2006/relationships"><Relationship Id="rId3" Type="http://schemas.openxmlformats.org/officeDocument/2006/relationships/image" Target="../media/image2.png" /><Relationship Id="rId2" Type="http://schemas.openxmlformats.org/officeDocument/2006/relationships/notesSlide" Target="../notesSlides/notesSlide5.xml" /><Relationship Id="rId1" Type="http://schemas.openxmlformats.org/officeDocument/2006/relationships/slideLayout" Target="../slideLayouts/slideLayout3.xml" /><Relationship Id="rId4" Type="http://schemas.openxmlformats.org/officeDocument/2006/relationships/image" Target="../media/image3.png" /></Relationships>
</file>

<file path=ppt/slides/_rels/slide6.xml.rels><?xml version="1.0" encoding="UTF-8" standalone="yes"?>
<Relationships xmlns="http://schemas.openxmlformats.org/package/2006/relationships"><Relationship Id="rId3" Type="http://schemas.openxmlformats.org/officeDocument/2006/relationships/image" Target="../media/image2.png" /><Relationship Id="rId2" Type="http://schemas.openxmlformats.org/officeDocument/2006/relationships/notesSlide" Target="../notesSlides/notesSlide6.xml" /><Relationship Id="rId1" Type="http://schemas.openxmlformats.org/officeDocument/2006/relationships/slideLayout" Target="../slideLayouts/slideLayout3.xml" /><Relationship Id="rId4" Type="http://schemas.openxmlformats.org/officeDocument/2006/relationships/image" Target="../media/image3.png" /></Relationships>
</file>

<file path=ppt/slides/_rels/slide7.xml.rels><?xml version="1.0" encoding="UTF-8" standalone="yes"?>
<Relationships xmlns="http://schemas.openxmlformats.org/package/2006/relationships"><Relationship Id="rId3" Type="http://schemas.openxmlformats.org/officeDocument/2006/relationships/image" Target="../media/image2.png" /><Relationship Id="rId2" Type="http://schemas.openxmlformats.org/officeDocument/2006/relationships/notesSlide" Target="../notesSlides/notesSlide7.xml" /><Relationship Id="rId1" Type="http://schemas.openxmlformats.org/officeDocument/2006/relationships/slideLayout" Target="../slideLayouts/slideLayout3.xml" /><Relationship Id="rId4" Type="http://schemas.openxmlformats.org/officeDocument/2006/relationships/image" Target="../media/image3.png" /></Relationships>
</file>

<file path=ppt/slides/_rels/slide8.xml.rels><?xml version="1.0" encoding="UTF-8" standalone="yes"?>
<Relationships xmlns="http://schemas.openxmlformats.org/package/2006/relationships"><Relationship Id="rId3" Type="http://schemas.openxmlformats.org/officeDocument/2006/relationships/image" Target="../media/image2.png" /><Relationship Id="rId2" Type="http://schemas.openxmlformats.org/officeDocument/2006/relationships/notesSlide" Target="../notesSlides/notesSlide8.xml" /><Relationship Id="rId1" Type="http://schemas.openxmlformats.org/officeDocument/2006/relationships/slideLayout" Target="../slideLayouts/slideLayout3.xml" /><Relationship Id="rId4" Type="http://schemas.openxmlformats.org/officeDocument/2006/relationships/image" Target="../media/image3.png" /></Relationships>
</file>

<file path=ppt/slides/_rels/slide9.xml.rels><?xml version="1.0" encoding="UTF-8" standalone="yes"?>
<Relationships xmlns="http://schemas.openxmlformats.org/package/2006/relationships"><Relationship Id="rId3" Type="http://schemas.openxmlformats.org/officeDocument/2006/relationships/image" Target="../media/image2.png" /><Relationship Id="rId2" Type="http://schemas.openxmlformats.org/officeDocument/2006/relationships/notesSlide" Target="../notesSlides/notesSlide9.xml" /><Relationship Id="rId1" Type="http://schemas.openxmlformats.org/officeDocument/2006/relationships/slideLayout" Target="../slideLayouts/slideLayout3.xml" /><Relationship Id="rId4" Type="http://schemas.openxmlformats.org/officeDocument/2006/relationships/image" Target="../media/image3.png" /></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Cover Hexagon"/>
          <p:cNvSpPr/>
          <p:nvPr/>
        </p:nvSpPr>
        <p:spPr>
          <a:xfrm rot="5400000">
            <a:off x="8841585" y="-1222527"/>
            <a:ext cx="3695502" cy="3200400"/>
          </a:xfrm>
          <a:prstGeom prst="hexagon">
            <a:avLst/>
          </a:prstGeom>
          <a:ln w="15875">
            <a:solidFill>
              <a:schemeClr val="accent4">
                <a:alpha val="50000"/>
              </a:schemeClr>
            </a:solidFill>
            <a:prstDash val="solid"/>
          </a:ln>
        </p:spPr>
      </p:sp>
      <p:sp>
        <p:nvSpPr>
          <p:cNvPr id="3" name="Cover Hexagon"/>
          <p:cNvSpPr/>
          <p:nvPr/>
        </p:nvSpPr>
        <p:spPr>
          <a:xfrm rot="5400000">
            <a:off x="10524081" y="1691640"/>
            <a:ext cx="3695502" cy="3200400"/>
          </a:xfrm>
          <a:prstGeom prst="hexagon">
            <a:avLst/>
          </a:prstGeom>
          <a:solidFill>
            <a:schemeClr val="accent1">
              <a:alpha val="25000"/>
            </a:schemeClr>
          </a:solidFill>
          <a:ln w="15875">
            <a:solidFill>
              <a:schemeClr val="accent4">
                <a:alpha val="45000"/>
              </a:schemeClr>
            </a:solidFill>
            <a:prstDash val="solid"/>
          </a:ln>
        </p:spPr>
      </p:sp>
      <p:sp>
        <p:nvSpPr>
          <p:cNvPr id="4" name="Cover Hexagon"/>
          <p:cNvSpPr/>
          <p:nvPr/>
        </p:nvSpPr>
        <p:spPr>
          <a:xfrm rot="5400000">
            <a:off x="8841585" y="4605807"/>
            <a:ext cx="3695502" cy="3200400"/>
          </a:xfrm>
          <a:prstGeom prst="hexagon">
            <a:avLst/>
          </a:prstGeom>
          <a:ln w="15875">
            <a:solidFill>
              <a:schemeClr val="accent4">
                <a:alpha val="50000"/>
              </a:schemeClr>
            </a:solidFill>
            <a:prstDash val="solid"/>
          </a:ln>
        </p:spPr>
      </p:sp>
      <p:sp>
        <p:nvSpPr>
          <p:cNvPr id="5" name="Cover Hexagon"/>
          <p:cNvSpPr/>
          <p:nvPr/>
        </p:nvSpPr>
        <p:spPr>
          <a:xfrm rot="5400000">
            <a:off x="6613359" y="3177540"/>
            <a:ext cx="580722" cy="502920"/>
          </a:xfrm>
          <a:prstGeom prst="hexagon">
            <a:avLst/>
          </a:prstGeom>
          <a:solidFill>
            <a:schemeClr val="accent3"/>
          </a:solidFill>
          <a:ln/>
        </p:spPr>
      </p:sp>
      <p:sp>
        <p:nvSpPr>
          <p:cNvPr id="6" name="Cover Hexagon"/>
          <p:cNvSpPr/>
          <p:nvPr/>
        </p:nvSpPr>
        <p:spPr>
          <a:xfrm rot="5400000">
            <a:off x="10849583" y="1728216"/>
            <a:ext cx="337874" cy="292608"/>
          </a:xfrm>
          <a:prstGeom prst="hexagon">
            <a:avLst/>
          </a:prstGeom>
          <a:solidFill>
            <a:schemeClr val="accent3">
              <a:alpha val="70000"/>
            </a:schemeClr>
          </a:solidFill>
          <a:ln/>
        </p:spPr>
      </p:sp>
      <p:sp>
        <p:nvSpPr>
          <p:cNvPr id="7" name="Cover Hexagon"/>
          <p:cNvSpPr/>
          <p:nvPr/>
        </p:nvSpPr>
        <p:spPr>
          <a:xfrm rot="5400000">
            <a:off x="6868728" y="1440180"/>
            <a:ext cx="4276224" cy="3703320"/>
          </a:xfrm>
          <a:prstGeom prst="hexagon">
            <a:avLst/>
          </a:prstGeom>
          <a:solidFill>
            <a:schemeClr val="accent1">
              <a:alpha val="45000"/>
            </a:schemeClr>
          </a:solidFill>
          <a:ln/>
        </p:spPr>
      </p:sp>
      <p:sp>
        <p:nvSpPr>
          <p:cNvPr id="8" name="Cover Hexagon"/>
          <p:cNvSpPr/>
          <p:nvPr/>
        </p:nvSpPr>
        <p:spPr>
          <a:xfrm rot="5400000">
            <a:off x="6755697" y="4800600"/>
            <a:ext cx="844686" cy="731520"/>
          </a:xfrm>
          <a:prstGeom prst="hexagon">
            <a:avLst/>
          </a:prstGeom>
          <a:ln w="19050">
            <a:solidFill>
              <a:schemeClr val="accent3">
                <a:alpha val="65000"/>
              </a:schemeClr>
            </a:solidFill>
            <a:prstDash val="solid"/>
          </a:ln>
        </p:spPr>
      </p:sp>
      <p:sp>
        <p:nvSpPr>
          <p:cNvPr id="9" name="Cover Hexagon"/>
          <p:cNvSpPr/>
          <p:nvPr/>
        </p:nvSpPr>
        <p:spPr>
          <a:xfrm rot="5400000">
            <a:off x="7159089" y="1691640"/>
            <a:ext cx="3695502" cy="3200400"/>
          </a:xfrm>
          <a:prstGeom prst="hexagon">
            <a:avLst/>
          </a:prstGeom>
          <a:solidFill>
            <a:schemeClr val="bg1"/>
          </a:solidFill>
          <a:ln w="38100">
            <a:solidFill>
              <a:schemeClr val="accent3"/>
            </a:solidFill>
            <a:prstDash val="solid"/>
          </a:ln>
        </p:spPr>
      </p:sp>
      <p:pic>
        <p:nvPicPr>
          <p:cNvPr id="10" name="Genesis Logo" descr="Genesis logo"/>
          <p:cNvPicPr>
            <a:picLocks noChangeAspect="1"/>
          </p:cNvPicPr>
          <p:nvPr/>
        </p:nvPicPr>
        <p:blipFill>
          <a:blip r:embed="rId3"/>
          <a:stretch>
            <a:fillRect/>
          </a:stretch>
        </p:blipFill>
        <p:spPr>
          <a:xfrm>
            <a:off x="8110766" y="2125980"/>
            <a:ext cx="1792148" cy="2331720"/>
          </a:xfrm>
          <a:prstGeom prst="rect">
            <a:avLst/>
          </a:prstGeom>
        </p:spPr>
      </p:pic>
      <p:sp>
        <p:nvSpPr>
          <p:cNvPr id="11" name="Kicker"/>
          <p:cNvSpPr txBox="1"/>
          <p:nvPr/>
        </p:nvSpPr>
        <p:spPr>
          <a:xfrm>
            <a:off x="548640" y="502920"/>
            <a:ext cx="5303520" cy="320040"/>
          </a:xfrm>
          <a:prstGeom prst="rect">
            <a:avLst/>
          </a:prstGeom>
          <a:noFill/>
          <a:ln/>
        </p:spPr>
        <p:txBody>
          <a:bodyPr wrap="square" lIns="0" tIns="0" rIns="0" bIns="0" rtlCol="0" anchor="ctr"/>
          <a:lstStyle/>
          <a:p>
            <a:pPr marL="0" indent="0">
              <a:buNone/>
            </a:pPr>
            <a:r>
              <a:rPr lang="en-US" sz="1200" b="1" kern="0" spc="400" dirty="0">
                <a:solidFill>
                  <a:schemeClr val="accent3"/>
                </a:solidFill>
              </a:rPr>
              <a:t>PRE-IDEATHON TEMPLATE</a:t>
            </a:r>
            <a:endParaRPr lang="en-US" sz="1200" dirty="0"/>
          </a:p>
        </p:txBody>
      </p:sp>
      <p:sp>
        <p:nvSpPr>
          <p:cNvPr id="12" name="Event Title"/>
          <p:cNvSpPr txBox="1"/>
          <p:nvPr/>
        </p:nvSpPr>
        <p:spPr>
          <a:xfrm>
            <a:off x="548640" y="868680"/>
            <a:ext cx="5669280" cy="1600200"/>
          </a:xfrm>
          <a:prstGeom prst="rect">
            <a:avLst/>
          </a:prstGeom>
          <a:noFill/>
          <a:ln/>
        </p:spPr>
        <p:txBody>
          <a:bodyPr wrap="square" lIns="0" tIns="0" rIns="0" bIns="0" rtlCol="0" anchor="t"/>
          <a:lstStyle/>
          <a:p>
            <a:pPr marL="0" indent="0">
              <a:lnSpc>
                <a:spcPct val="90000"/>
              </a:lnSpc>
              <a:buNone/>
            </a:pPr>
            <a:r>
              <a:rPr lang="en-US" sz="5400" b="1" kern="0" spc="200" dirty="0">
                <a:solidFill>
                  <a:schemeClr val="bg1"/>
                </a:solidFill>
                <a:latin typeface="Cambria" pitchFamily="34" charset="0"/>
                <a:ea typeface="Cambria" pitchFamily="34" charset="-122"/>
                <a:cs typeface="Cambria" pitchFamily="34" charset="-120"/>
              </a:rPr>
              <a:t>GENESIS</a:t>
            </a:r>
            <a:endParaRPr lang="en-US" sz="5400" dirty="0"/>
          </a:p>
          <a:p>
            <a:pPr marL="0" indent="0">
              <a:lnSpc>
                <a:spcPct val="90000"/>
              </a:lnSpc>
              <a:buNone/>
            </a:pPr>
            <a:r>
              <a:rPr lang="en-US" sz="5400" b="1" kern="0" spc="200" dirty="0">
                <a:solidFill>
                  <a:schemeClr val="accent3"/>
                </a:solidFill>
                <a:latin typeface="Cambria" pitchFamily="34" charset="0"/>
                <a:ea typeface="Cambria" pitchFamily="34" charset="-122"/>
                <a:cs typeface="Cambria" pitchFamily="34" charset="-120"/>
              </a:rPr>
              <a:t>IDEATHON</a:t>
            </a:r>
            <a:endParaRPr lang="en-US" sz="5400" dirty="0"/>
          </a:p>
        </p:txBody>
      </p:sp>
      <p:sp>
        <p:nvSpPr>
          <p:cNvPr id="13" name="Section Chip"/>
          <p:cNvSpPr/>
          <p:nvPr/>
        </p:nvSpPr>
        <p:spPr>
          <a:xfrm>
            <a:off x="548640" y="2606040"/>
            <a:ext cx="2103120" cy="384048"/>
          </a:xfrm>
          <a:prstGeom prst="roundRect">
            <a:avLst>
              <a:gd name="adj" fmla="val 50000"/>
            </a:avLst>
          </a:prstGeom>
          <a:ln w="15875">
            <a:solidFill>
              <a:schemeClr val="accent3"/>
            </a:solidFill>
          </a:ln>
        </p:spPr>
        <p:txBody>
          <a:bodyPr wrap="square" lIns="0" tIns="0" rIns="0" bIns="0" rtlCol="0" anchor="ctr"/>
          <a:lstStyle/>
          <a:p>
            <a:pPr marL="0" indent="0" algn="ctr">
              <a:buNone/>
            </a:pPr>
            <a:r>
              <a:rPr lang="en-US" sz="1300" b="1" kern="0" spc="300" dirty="0">
                <a:solidFill>
                  <a:schemeClr val="bg1"/>
                </a:solidFill>
              </a:rPr>
              <a:t>TEAM</a:t>
            </a:r>
            <a:r>
              <a:rPr lang="en-IN" sz="1300" b="1" kern="0" spc="300" dirty="0">
                <a:solidFill>
                  <a:schemeClr val="bg1"/>
                </a:solidFill>
              </a:rPr>
              <a:t>:Srinivas </a:t>
            </a:r>
            <a:r>
              <a:rPr lang="en-IN" sz="1300" b="1" kern="0" spc="300" dirty="0" err="1">
                <a:solidFill>
                  <a:schemeClr val="bg1"/>
                </a:solidFill>
              </a:rPr>
              <a:t>Ramanujan</a:t>
            </a:r>
            <a:r>
              <a:rPr lang="en-IN" sz="1300" b="1" kern="0" spc="300" dirty="0">
                <a:solidFill>
                  <a:schemeClr val="bg1"/>
                </a:solidFill>
              </a:rPr>
              <a:t> </a:t>
            </a:r>
          </a:p>
          <a:p>
            <a:pPr marL="0" indent="0" algn="ctr">
              <a:buNone/>
            </a:pPr>
            <a:endParaRPr lang="en-IN" sz="1300" b="1" kern="0" spc="300" dirty="0">
              <a:solidFill>
                <a:schemeClr val="bg1"/>
              </a:solidFill>
            </a:endParaRPr>
          </a:p>
          <a:p>
            <a:pPr marL="0" indent="0" algn="ctr">
              <a:buNone/>
            </a:pPr>
            <a:r>
              <a:rPr lang="en-IN" sz="1300" b="1" kern="0" spc="300" dirty="0">
                <a:solidFill>
                  <a:schemeClr val="bg1"/>
                </a:solidFill>
              </a:rPr>
              <a:t>Domain 4</a:t>
            </a:r>
            <a:endParaRPr lang="en-US" sz="1300" dirty="0"/>
          </a:p>
        </p:txBody>
      </p:sp>
      <p:sp>
        <p:nvSpPr>
          <p:cNvPr id="14" name="Cover Lead"/>
          <p:cNvSpPr txBox="1"/>
          <p:nvPr/>
        </p:nvSpPr>
        <p:spPr>
          <a:xfrm>
            <a:off x="548640" y="3108960"/>
            <a:ext cx="5669280" cy="365760"/>
          </a:xfrm>
          <a:prstGeom prst="rect">
            <a:avLst/>
          </a:prstGeom>
          <a:noFill/>
          <a:ln/>
        </p:spPr>
        <p:txBody>
          <a:bodyPr wrap="square" lIns="0" tIns="0" rIns="0" bIns="0" rtlCol="0" anchor="ctr"/>
          <a:lstStyle/>
          <a:p>
            <a:pPr marL="0" indent="0">
              <a:buNone/>
            </a:pPr>
            <a:r>
              <a:rPr lang="en-US" sz="1600" i="1" dirty="0">
                <a:solidFill>
                  <a:schemeClr val="accent6"/>
                </a:solidFill>
              </a:rPr>
              <a:t>Introduce your team and the domain you have chosen</a:t>
            </a:r>
            <a:endParaRPr lang="en-US" sz="1600" dirty="0"/>
          </a:p>
        </p:txBody>
      </p:sp>
      <p:sp>
        <p:nvSpPr>
          <p:cNvPr id="15" name="Cover Fields"/>
          <p:cNvSpPr txBox="1"/>
          <p:nvPr/>
        </p:nvSpPr>
        <p:spPr>
          <a:xfrm>
            <a:off x="548640" y="3571842"/>
            <a:ext cx="6035040" cy="2560320"/>
          </a:xfrm>
          <a:prstGeom prst="rect">
            <a:avLst/>
          </a:prstGeom>
          <a:noFill/>
          <a:ln/>
        </p:spPr>
        <p:txBody>
          <a:bodyPr wrap="square" lIns="0" tIns="0" rIns="0" bIns="0" rtlCol="0" anchor="t"/>
          <a:lstStyle/>
          <a:p>
            <a:pPr marL="279400" indent="-279400">
              <a:spcAft>
                <a:spcPts val="1400"/>
              </a:spcAft>
              <a:buClr>
                <a:schemeClr val="accent3"/>
              </a:buClr>
              <a:buSzPct val="100000"/>
              <a:buChar char="•"/>
            </a:pPr>
            <a:r>
              <a:rPr lang="en-US" sz="1800" dirty="0">
                <a:solidFill>
                  <a:schemeClr val="bg1"/>
                </a:solidFill>
              </a:rPr>
              <a:t>Team Name –</a:t>
            </a:r>
            <a:r>
              <a:rPr lang="en-US" dirty="0" err="1">
                <a:solidFill>
                  <a:schemeClr val="bg1"/>
                </a:solidFill>
              </a:rPr>
              <a:t>S</a:t>
            </a:r>
            <a:r>
              <a:rPr lang="en-US" sz="1800" dirty="0" err="1">
                <a:solidFill>
                  <a:schemeClr val="bg1"/>
                </a:solidFill>
              </a:rPr>
              <a:t>rinavasa</a:t>
            </a:r>
            <a:r>
              <a:rPr lang="en-US" sz="1800" dirty="0">
                <a:solidFill>
                  <a:schemeClr val="bg1"/>
                </a:solidFill>
              </a:rPr>
              <a:t> </a:t>
            </a:r>
            <a:r>
              <a:rPr lang="en-US" dirty="0">
                <a:solidFill>
                  <a:schemeClr val="bg1"/>
                </a:solidFill>
              </a:rPr>
              <a:t>R</a:t>
            </a:r>
            <a:r>
              <a:rPr lang="en-US" sz="1800" dirty="0">
                <a:solidFill>
                  <a:schemeClr val="bg1"/>
                </a:solidFill>
              </a:rPr>
              <a:t>amanujan</a:t>
            </a:r>
            <a:endParaRPr lang="en-US" sz="1800" dirty="0"/>
          </a:p>
          <a:p>
            <a:pPr marL="279400" indent="-279400">
              <a:spcAft>
                <a:spcPts val="1400"/>
              </a:spcAft>
              <a:buClr>
                <a:schemeClr val="accent3"/>
              </a:buClr>
              <a:buSzPct val="100000"/>
              <a:buChar char="•"/>
            </a:pPr>
            <a:r>
              <a:rPr lang="en-US" sz="1200" dirty="0">
                <a:solidFill>
                  <a:schemeClr val="bg1"/>
                </a:solidFill>
              </a:rPr>
              <a:t>Team Members –</a:t>
            </a:r>
            <a:r>
              <a:rPr lang="en-US" sz="1200" dirty="0" err="1">
                <a:solidFill>
                  <a:schemeClr val="bg1"/>
                </a:solidFill>
              </a:rPr>
              <a:t>J.Melwin</a:t>
            </a:r>
            <a:r>
              <a:rPr lang="en-US" sz="1200" dirty="0">
                <a:solidFill>
                  <a:schemeClr val="bg1"/>
                </a:solidFill>
              </a:rPr>
              <a:t> </a:t>
            </a:r>
            <a:r>
              <a:rPr lang="en-US" sz="1200" dirty="0" err="1">
                <a:solidFill>
                  <a:schemeClr val="bg1"/>
                </a:solidFill>
              </a:rPr>
              <a:t>Lourdhu</a:t>
            </a:r>
            <a:r>
              <a:rPr lang="en-US" sz="1200" dirty="0">
                <a:solidFill>
                  <a:schemeClr val="bg1"/>
                </a:solidFill>
              </a:rPr>
              <a:t> raj(CB.EN.U4ELC26128)</a:t>
            </a:r>
          </a:p>
          <a:p>
            <a:pPr marL="279400" indent="-279400">
              <a:spcAft>
                <a:spcPts val="1400"/>
              </a:spcAft>
              <a:buClr>
                <a:schemeClr val="accent3"/>
              </a:buClr>
              <a:buSzPct val="100000"/>
              <a:buChar char="•"/>
            </a:pPr>
            <a:r>
              <a:rPr lang="en-US" sz="1200" dirty="0"/>
              <a:t>                             </a:t>
            </a:r>
            <a:r>
              <a:rPr lang="en-US" sz="1200" dirty="0">
                <a:solidFill>
                  <a:schemeClr val="bg1"/>
                </a:solidFill>
              </a:rPr>
              <a:t>Samarth Sethuraman(CB.EN.U4ELC26143)</a:t>
            </a:r>
          </a:p>
          <a:p>
            <a:pPr marL="279400" indent="-279400">
              <a:spcAft>
                <a:spcPts val="1400"/>
              </a:spcAft>
              <a:buClr>
                <a:schemeClr val="accent3"/>
              </a:buClr>
              <a:buSzPct val="100000"/>
              <a:buChar char="•"/>
            </a:pPr>
            <a:r>
              <a:rPr lang="en-US" sz="1200" dirty="0">
                <a:solidFill>
                  <a:schemeClr val="bg1"/>
                </a:solidFill>
              </a:rPr>
              <a:t>                             L.V.Nitesh Kummar(CB.EN.U4ELC26123)</a:t>
            </a:r>
          </a:p>
          <a:p>
            <a:pPr>
              <a:spcAft>
                <a:spcPts val="1400"/>
              </a:spcAft>
              <a:buClr>
                <a:schemeClr val="accent3"/>
              </a:buClr>
              <a:buSzPct val="100000"/>
            </a:pPr>
            <a:r>
              <a:rPr lang="en-US" sz="1200" dirty="0">
                <a:solidFill>
                  <a:schemeClr val="bg1"/>
                </a:solidFill>
              </a:rPr>
              <a:t>                                      Tammana Sriram(CB.EN.U4ELC26148)</a:t>
            </a:r>
          </a:p>
          <a:p>
            <a:pPr>
              <a:spcAft>
                <a:spcPts val="1400"/>
              </a:spcAft>
              <a:buClr>
                <a:schemeClr val="accent3"/>
              </a:buClr>
              <a:buSzPct val="100000"/>
            </a:pPr>
            <a:r>
              <a:rPr lang="en-US" sz="1800" dirty="0"/>
              <a:t>   </a:t>
            </a:r>
            <a:r>
              <a:rPr lang="en-US" sz="1400" dirty="0">
                <a:solidFill>
                  <a:schemeClr val="bg1"/>
                </a:solidFill>
              </a:rPr>
              <a:t>Selected Domain –CLIMATE ACTION,WATER AND  ENVIRONMENTAL RESILIENCE</a:t>
            </a:r>
            <a:endParaRPr lang="en-IN" sz="1400" dirty="0">
              <a:solidFill>
                <a:schemeClr val="bg1"/>
              </a:solidFill>
            </a:endParaRPr>
          </a:p>
          <a:p>
            <a:pPr>
              <a:spcAft>
                <a:spcPts val="1400"/>
              </a:spcAft>
              <a:buClr>
                <a:schemeClr val="accent3"/>
              </a:buClr>
              <a:buSzPct val="100000"/>
            </a:pPr>
            <a:r>
              <a:rPr lang="en-US" sz="1400" dirty="0"/>
              <a:t>    </a:t>
            </a:r>
            <a:r>
              <a:rPr lang="en-US" sz="1400" dirty="0">
                <a:solidFill>
                  <a:schemeClr val="bg1"/>
                </a:solidFill>
              </a:rPr>
              <a:t>Problem Statement –AI-POWERED SMART DRAINAGE AND SAFE ROUTE SYSTEM</a:t>
            </a:r>
            <a:endParaRPr lang="en-IN" sz="1400" dirty="0">
              <a:solidFill>
                <a:schemeClr val="bg1"/>
              </a:solidFill>
            </a:endParaRPr>
          </a:p>
          <a:p>
            <a:pPr>
              <a:spcAft>
                <a:spcPts val="1400"/>
              </a:spcAft>
              <a:buClr>
                <a:schemeClr val="accent3"/>
              </a:buClr>
              <a:buSzPct val="100000"/>
            </a:pP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7"/>
          <p:cNvSpPr>
            <a:spLocks noGrp="1"/>
          </p:cNvSpPr>
          <p:nvPr>
            <p:ph type="title" idx="108" hasCustomPrompt="1"/>
          </p:nvPr>
        </p:nvSpPr>
        <p:spPr>
          <a:xfrm>
            <a:off x="3246120" y="320040"/>
            <a:ext cx="7498080" cy="822960"/>
          </a:xfrm>
          <a:prstGeom prst="rect">
            <a:avLst/>
          </a:prstGeom>
          <a:noFill/>
          <a:ln/>
        </p:spPr>
        <p:txBody>
          <a:bodyPr wrap="square" lIns="0" tIns="0" rIns="0" bIns="0" rtlCol="0" anchor="ctr"/>
          <a:lstStyle/>
          <a:p>
            <a:pPr marL="0" indent="0" algn="ctr">
              <a:buNone/>
            </a:pPr>
            <a:r>
              <a:rPr lang="en-US" sz="2400" b="1" kern="0" spc="100" dirty="0">
                <a:solidFill>
                  <a:schemeClr val="tx2"/>
                </a:solidFill>
                <a:latin typeface="Cambria" pitchFamily="34" charset="0"/>
                <a:ea typeface="Cambria" pitchFamily="34" charset="-122"/>
                <a:cs typeface="Cambria" pitchFamily="34" charset="-120"/>
              </a:rPr>
              <a:t>DOMAIN PROBLEM IN OUR WORDS</a:t>
            </a:r>
            <a:endParaRPr lang="en-US" sz="2400" dirty="0"/>
          </a:p>
        </p:txBody>
      </p:sp>
      <p:sp>
        <p:nvSpPr>
          <p:cNvPr id="3" name="Team Badge"/>
          <p:cNvSpPr/>
          <p:nvPr/>
        </p:nvSpPr>
        <p:spPr>
          <a:xfrm>
            <a:off x="457200" y="320040"/>
            <a:ext cx="2606040" cy="822960"/>
          </a:xfrm>
          <a:prstGeom prst="roundRect">
            <a:avLst>
              <a:gd name="adj" fmla="val 13333"/>
            </a:avLst>
          </a:prstGeom>
          <a:solidFill>
            <a:schemeClr val="bg1"/>
          </a:solidFill>
          <a:ln w="9525">
            <a:solidFill>
              <a:schemeClr val="accent6"/>
            </a:solidFill>
            <a:prstDash val="solid"/>
          </a:ln>
        </p:spPr>
      </p:sp>
      <p:sp>
        <p:nvSpPr>
          <p:cNvPr id="4" name="Team Icon Hex"/>
          <p:cNvSpPr/>
          <p:nvPr/>
        </p:nvSpPr>
        <p:spPr>
          <a:xfrm>
            <a:off x="603504" y="457200"/>
            <a:ext cx="630936" cy="548640"/>
          </a:xfrm>
          <a:prstGeom prst="hexagon">
            <a:avLst/>
          </a:prstGeom>
          <a:solidFill>
            <a:schemeClr val="bg2"/>
          </a:solidFill>
          <a:ln w="9525">
            <a:solidFill>
              <a:schemeClr val="accent6"/>
            </a:solidFill>
            <a:prstDash val="solid"/>
          </a:ln>
        </p:spPr>
      </p:sp>
      <p:pic>
        <p:nvPicPr>
          <p:cNvPr id="5" name="Team Icon" descr="Team icon"/>
          <p:cNvPicPr>
            <a:picLocks noChangeAspect="1"/>
          </p:cNvPicPr>
          <p:nvPr/>
        </p:nvPicPr>
        <p:blipFill>
          <a:blip r:embed="rId3"/>
          <a:stretch>
            <a:fillRect/>
          </a:stretch>
        </p:blipFill>
        <p:spPr>
          <a:xfrm>
            <a:off x="736092" y="548640"/>
            <a:ext cx="365760" cy="365760"/>
          </a:xfrm>
          <a:prstGeom prst="rect">
            <a:avLst/>
          </a:prstGeom>
        </p:spPr>
      </p:pic>
      <p:sp>
        <p:nvSpPr>
          <p:cNvPr id="6" name="Team Name"/>
          <p:cNvSpPr txBox="1"/>
          <p:nvPr/>
        </p:nvSpPr>
        <p:spPr>
          <a:xfrm>
            <a:off x="1371600" y="384048"/>
            <a:ext cx="1627632" cy="694944"/>
          </a:xfrm>
          <a:prstGeom prst="rect">
            <a:avLst/>
          </a:prstGeom>
          <a:noFill/>
          <a:ln/>
        </p:spPr>
        <p:txBody>
          <a:bodyPr wrap="square" lIns="0" tIns="0" rIns="0" bIns="0" rtlCol="0" anchor="ctr">
            <a:normAutofit/>
          </a:bodyPr>
          <a:lstStyle/>
          <a:p>
            <a:pPr marL="0" indent="0">
              <a:buNone/>
            </a:pPr>
            <a:r>
              <a:rPr lang="en-US" sz="900" b="1" kern="0" spc="300" dirty="0">
                <a:solidFill>
                  <a:schemeClr val="accent5"/>
                </a:solidFill>
              </a:rPr>
              <a:t>TEAM</a:t>
            </a:r>
            <a:endParaRPr lang="en-US" sz="900" dirty="0"/>
          </a:p>
          <a:p>
            <a:pPr marL="0" indent="0">
              <a:buNone/>
            </a:pPr>
            <a:r>
              <a:rPr lang="en-IN" sz="1500" b="1" dirty="0">
                <a:solidFill>
                  <a:schemeClr val="accent1"/>
                </a:solidFill>
              </a:rPr>
              <a:t>Srinivas </a:t>
            </a:r>
            <a:r>
              <a:rPr lang="en-IN" sz="1500" b="1" dirty="0" err="1">
                <a:solidFill>
                  <a:schemeClr val="accent1"/>
                </a:solidFill>
              </a:rPr>
              <a:t>Ramanujan</a:t>
            </a:r>
            <a:r>
              <a:rPr lang="en-IN" sz="1500" b="1" dirty="0">
                <a:solidFill>
                  <a:schemeClr val="accent1"/>
                </a:solidFill>
              </a:rPr>
              <a:t> </a:t>
            </a:r>
            <a:endParaRPr lang="en-US" sz="900" dirty="0"/>
          </a:p>
        </p:txBody>
      </p:sp>
      <p:sp>
        <p:nvSpPr>
          <p:cNvPr id="7" name="Lead Icon Hex"/>
          <p:cNvSpPr/>
          <p:nvPr/>
        </p:nvSpPr>
        <p:spPr>
          <a:xfrm>
            <a:off x="548640" y="1463040"/>
            <a:ext cx="457200" cy="395935"/>
          </a:xfrm>
          <a:prstGeom prst="hexagon">
            <a:avLst/>
          </a:prstGeom>
          <a:solidFill>
            <a:schemeClr val="accent3"/>
          </a:solidFill>
          <a:ln/>
        </p:spPr>
      </p:sp>
      <p:pic>
        <p:nvPicPr>
          <p:cNvPr id="8" name="Lead Icon" descr="Lightbulb icon"/>
          <p:cNvPicPr>
            <a:picLocks noChangeAspect="1"/>
          </p:cNvPicPr>
          <p:nvPr/>
        </p:nvPicPr>
        <p:blipFill>
          <a:blip r:embed="rId4"/>
          <a:stretch>
            <a:fillRect/>
          </a:stretch>
        </p:blipFill>
        <p:spPr>
          <a:xfrm>
            <a:off x="640080" y="1523390"/>
            <a:ext cx="274320" cy="274320"/>
          </a:xfrm>
          <a:prstGeom prst="rect">
            <a:avLst/>
          </a:prstGeom>
        </p:spPr>
      </p:pic>
      <p:sp>
        <p:nvSpPr>
          <p:cNvPr id="9" name="Lead Text"/>
          <p:cNvSpPr txBox="1"/>
          <p:nvPr/>
        </p:nvSpPr>
        <p:spPr>
          <a:xfrm>
            <a:off x="1170432" y="1417320"/>
            <a:ext cx="9601200" cy="502920"/>
          </a:xfrm>
          <a:prstGeom prst="rect">
            <a:avLst/>
          </a:prstGeom>
          <a:noFill/>
          <a:ln/>
        </p:spPr>
        <p:txBody>
          <a:bodyPr wrap="square" lIns="0" tIns="0" rIns="0" bIns="0" rtlCol="0" anchor="ctr"/>
          <a:lstStyle/>
          <a:p>
            <a:pPr marL="0" indent="0">
              <a:buNone/>
            </a:pPr>
            <a:r>
              <a:rPr lang="en-US" sz="1800" b="1" dirty="0">
                <a:solidFill>
                  <a:schemeClr val="accent2"/>
                </a:solidFill>
              </a:rPr>
              <a:t>Explain the problem in your domain simply, in your own words</a:t>
            </a:r>
            <a:endParaRPr lang="en-US" sz="1800" dirty="0"/>
          </a:p>
        </p:txBody>
      </p:sp>
      <p:sp>
        <p:nvSpPr>
          <p:cNvPr id="10" name="Prompts"/>
          <p:cNvSpPr txBox="1"/>
          <p:nvPr/>
        </p:nvSpPr>
        <p:spPr>
          <a:xfrm>
            <a:off x="868680" y="2148840"/>
            <a:ext cx="10424160" cy="1188720"/>
          </a:xfrm>
          <a:prstGeom prst="rect">
            <a:avLst/>
          </a:prstGeom>
          <a:noFill/>
          <a:ln/>
        </p:spPr>
        <p:txBody>
          <a:bodyPr wrap="square" lIns="0" tIns="0" rIns="0" bIns="0" rtlCol="0" anchor="t"/>
          <a:lstStyle/>
          <a:p>
            <a:pPr marL="279400" indent="-279400">
              <a:spcAft>
                <a:spcPts val="1000"/>
              </a:spcAft>
              <a:buClr>
                <a:schemeClr val="accent1"/>
              </a:buClr>
              <a:buSzPct val="100000"/>
              <a:buChar char="•"/>
            </a:pPr>
            <a:r>
              <a:rPr lang="en-US" sz="1800" dirty="0">
                <a:solidFill>
                  <a:schemeClr val="tx1"/>
                </a:solidFill>
              </a:rPr>
              <a:t>What exactly needs to be solved?</a:t>
            </a:r>
          </a:p>
          <a:p>
            <a:pPr marL="279400" indent="-279400">
              <a:spcAft>
                <a:spcPts val="1000"/>
              </a:spcAft>
              <a:buClr>
                <a:schemeClr val="accent1"/>
              </a:buClr>
              <a:buSzPct val="100000"/>
              <a:buChar char="•"/>
            </a:pPr>
            <a:r>
              <a:rPr lang="en-US" dirty="0"/>
              <a:t>WE ARE SOLVING THE PROBLEM OF RECCURING WATERLOGGING ISSUS IN DRAINAGE AND FINDING A BETTER ROUTE FOR DRAINAGE TO BE CLEARED AT THE SAME TIME FINDING A BETTER WAY FOR THE GIVEN USER TO REACH HIS DESTINATION</a:t>
            </a:r>
            <a:endParaRPr lang="en-US" sz="1800" dirty="0"/>
          </a:p>
          <a:p>
            <a:pPr marL="279400" indent="-279400">
              <a:spcAft>
                <a:spcPts val="1000"/>
              </a:spcAft>
              <a:buClr>
                <a:schemeClr val="accent1"/>
              </a:buClr>
              <a:buSzPct val="100000"/>
              <a:buChar char="•"/>
            </a:pPr>
            <a:r>
              <a:rPr lang="en-US" sz="1800" dirty="0">
                <a:solidFill>
                  <a:schemeClr val="tx1"/>
                </a:solidFill>
              </a:rPr>
              <a:t>Why is it important right now?</a:t>
            </a:r>
          </a:p>
          <a:p>
            <a:pPr marL="279400" indent="-279400">
              <a:spcAft>
                <a:spcPts val="1000"/>
              </a:spcAft>
              <a:buClr>
                <a:schemeClr val="accent1"/>
              </a:buClr>
              <a:buSzPct val="100000"/>
              <a:buChar char="•"/>
            </a:pPr>
            <a:r>
              <a:rPr lang="en-US" dirty="0"/>
              <a:t>INDIA ALONE IN THIS WORLD IN A DAY CONTRIBUTES TO 73 BILLION LITERES OF SEWAGE WATER WASTE IN A DAY AND WE HAVE AROUND 4 TRILLION LITERES OF RAIN WATER IN A YEAR SO IF WE DON’T MANAGE THE WASTE PROPERLY BOTH THE NATION AND THE PEOPLE WILL BE AFFECTED</a:t>
            </a:r>
            <a:endParaRPr lang="en-US" sz="1800" dirty="0"/>
          </a:p>
        </p:txBody>
      </p:sp>
      <p:sp>
        <p:nvSpPr>
          <p:cNvPr id="25" name="Slide Number Placeholder 0"/>
          <p:cNvSpPr>
            <a:spLocks noGrp="1"/>
          </p:cNvSpPr>
          <p:nvPr>
            <p:ph type="sldNum" sz="quarter" idx="4294967295"/>
          </p:nvPr>
        </p:nvSpPr>
        <p:spPr>
          <a:xfrm>
            <a:off x="11259007" y="6409944"/>
            <a:ext cx="457200" cy="395935"/>
          </a:xfrm>
          <a:prstGeom prst="rect">
            <a:avLst/>
          </a:prstGeom>
          <a:extLst>
            <a:ext uri="{C572A759-6A51-4108-AA02-DFA0A04FC94B}">
              <ma14:wrappingTextBoxFlag xmlns="" xmlns:ma14="http://schemas.microsoft.com/office/mac/drawingml/2011/main" val="0"/>
            </a:ext>
          </a:extLst>
        </p:spPr>
        <p:txBody>
          <a:bodyPr lIns="0" tIns="0" rIns="0" bIns="0" anchor="ctr"/>
          <a:lstStyle>
            <a:lvl1pPr>
              <a:defRPr sz="1100">
                <a:solidFill>
                  <a:schemeClr val="tx2"/>
                </a:solidFill>
                <a:latin typeface="Calibri"/>
                <a:ea typeface="Calibri"/>
                <a:cs typeface="Calibri"/>
              </a:defRPr>
            </a:lvl1pPr>
          </a:lstStyle>
          <a:p>
            <a:pPr algn="ctr"/>
            <a:fld id="{F7021451-1387-4CA6-816F-3879F97B5CBC}" type="slidenum">
              <a:rPr lang="en-US" b="1"/>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7"/>
          <p:cNvSpPr>
            <a:spLocks noGrp="1"/>
          </p:cNvSpPr>
          <p:nvPr>
            <p:ph type="title" idx="108" hasCustomPrompt="1"/>
          </p:nvPr>
        </p:nvSpPr>
        <p:spPr>
          <a:xfrm>
            <a:off x="3246120" y="320040"/>
            <a:ext cx="7498080" cy="822960"/>
          </a:xfrm>
          <a:prstGeom prst="rect">
            <a:avLst/>
          </a:prstGeom>
          <a:noFill/>
          <a:ln/>
        </p:spPr>
        <p:txBody>
          <a:bodyPr wrap="square" lIns="0" tIns="0" rIns="0" bIns="0" rtlCol="0" anchor="ctr"/>
          <a:lstStyle/>
          <a:p>
            <a:pPr marL="0" indent="0" algn="ctr">
              <a:buNone/>
            </a:pPr>
            <a:r>
              <a:rPr lang="en-US" sz="2400" b="1" kern="0" spc="100" dirty="0">
                <a:solidFill>
                  <a:schemeClr val="tx2"/>
                </a:solidFill>
                <a:latin typeface="Cambria" pitchFamily="34" charset="0"/>
                <a:ea typeface="Cambria" pitchFamily="34" charset="-122"/>
                <a:cs typeface="Cambria" pitchFamily="34" charset="-120"/>
              </a:rPr>
              <a:t>WHO IS AFFECTED?</a:t>
            </a:r>
            <a:endParaRPr lang="en-US" sz="2400" dirty="0"/>
          </a:p>
        </p:txBody>
      </p:sp>
      <p:sp>
        <p:nvSpPr>
          <p:cNvPr id="3" name="Team Badge"/>
          <p:cNvSpPr/>
          <p:nvPr/>
        </p:nvSpPr>
        <p:spPr>
          <a:xfrm>
            <a:off x="-662940" y="2755087"/>
            <a:ext cx="2606040" cy="822960"/>
          </a:xfrm>
          <a:prstGeom prst="roundRect">
            <a:avLst>
              <a:gd name="adj" fmla="val 13333"/>
            </a:avLst>
          </a:prstGeom>
          <a:solidFill>
            <a:schemeClr val="bg1"/>
          </a:solidFill>
          <a:ln w="9525">
            <a:solidFill>
              <a:schemeClr val="accent6"/>
            </a:solidFill>
            <a:prstDash val="solid"/>
          </a:ln>
        </p:spPr>
      </p:sp>
      <p:sp>
        <p:nvSpPr>
          <p:cNvPr id="4" name="Team Icon Hex"/>
          <p:cNvSpPr/>
          <p:nvPr/>
        </p:nvSpPr>
        <p:spPr>
          <a:xfrm>
            <a:off x="603504" y="457200"/>
            <a:ext cx="630936" cy="548640"/>
          </a:xfrm>
          <a:prstGeom prst="hexagon">
            <a:avLst/>
          </a:prstGeom>
          <a:solidFill>
            <a:schemeClr val="bg2"/>
          </a:solidFill>
          <a:ln w="9525">
            <a:solidFill>
              <a:schemeClr val="accent6"/>
            </a:solidFill>
            <a:prstDash val="solid"/>
          </a:ln>
        </p:spPr>
      </p:sp>
      <p:pic>
        <p:nvPicPr>
          <p:cNvPr id="5" name="Team Icon" descr="Team icon"/>
          <p:cNvPicPr>
            <a:picLocks noChangeAspect="1"/>
          </p:cNvPicPr>
          <p:nvPr/>
        </p:nvPicPr>
        <p:blipFill>
          <a:blip r:embed="rId3"/>
          <a:stretch>
            <a:fillRect/>
          </a:stretch>
        </p:blipFill>
        <p:spPr>
          <a:xfrm>
            <a:off x="736092" y="548640"/>
            <a:ext cx="365760" cy="365760"/>
          </a:xfrm>
          <a:prstGeom prst="rect">
            <a:avLst/>
          </a:prstGeom>
        </p:spPr>
      </p:pic>
      <p:sp>
        <p:nvSpPr>
          <p:cNvPr id="6" name="Team Name"/>
          <p:cNvSpPr txBox="1"/>
          <p:nvPr/>
        </p:nvSpPr>
        <p:spPr>
          <a:xfrm>
            <a:off x="1371600" y="384048"/>
            <a:ext cx="1627632" cy="694944"/>
          </a:xfrm>
          <a:prstGeom prst="rect">
            <a:avLst/>
          </a:prstGeom>
          <a:noFill/>
          <a:ln/>
        </p:spPr>
        <p:txBody>
          <a:bodyPr wrap="square" lIns="0" tIns="0" rIns="0" bIns="0" rtlCol="0" anchor="ctr">
            <a:normAutofit/>
          </a:bodyPr>
          <a:lstStyle/>
          <a:p>
            <a:pPr marL="0" indent="0">
              <a:buNone/>
            </a:pPr>
            <a:r>
              <a:rPr lang="en-US" sz="900" b="1" kern="0" spc="300" dirty="0">
                <a:solidFill>
                  <a:schemeClr val="accent5"/>
                </a:solidFill>
              </a:rPr>
              <a:t>TEAM</a:t>
            </a:r>
            <a:endParaRPr lang="en-US" sz="900" dirty="0"/>
          </a:p>
          <a:p>
            <a:pPr marL="0" indent="0">
              <a:buNone/>
            </a:pPr>
            <a:r>
              <a:rPr lang="en-IN" sz="1500" b="1" dirty="0">
                <a:solidFill>
                  <a:schemeClr val="accent1"/>
                </a:solidFill>
              </a:rPr>
              <a:t>Srinivas </a:t>
            </a:r>
            <a:r>
              <a:rPr lang="en-IN" sz="1500" b="1" dirty="0" err="1">
                <a:solidFill>
                  <a:schemeClr val="accent1"/>
                </a:solidFill>
              </a:rPr>
              <a:t>Ramanujan</a:t>
            </a:r>
            <a:r>
              <a:rPr lang="en-IN" sz="1500" b="1" dirty="0">
                <a:solidFill>
                  <a:schemeClr val="accent1"/>
                </a:solidFill>
              </a:rPr>
              <a:t> </a:t>
            </a:r>
            <a:endParaRPr lang="en-US" sz="900" dirty="0"/>
          </a:p>
        </p:txBody>
      </p:sp>
      <p:sp>
        <p:nvSpPr>
          <p:cNvPr id="7" name="Lead Icon Hex"/>
          <p:cNvSpPr/>
          <p:nvPr/>
        </p:nvSpPr>
        <p:spPr>
          <a:xfrm>
            <a:off x="548640" y="1463040"/>
            <a:ext cx="457200" cy="395935"/>
          </a:xfrm>
          <a:prstGeom prst="hexagon">
            <a:avLst/>
          </a:prstGeom>
          <a:solidFill>
            <a:schemeClr val="accent3"/>
          </a:solidFill>
          <a:ln/>
        </p:spPr>
      </p:sp>
      <p:pic>
        <p:nvPicPr>
          <p:cNvPr id="8" name="Lead Icon" descr="Lightbulb icon"/>
          <p:cNvPicPr>
            <a:picLocks noChangeAspect="1"/>
          </p:cNvPicPr>
          <p:nvPr/>
        </p:nvPicPr>
        <p:blipFill>
          <a:blip r:embed="rId4"/>
          <a:stretch>
            <a:fillRect/>
          </a:stretch>
        </p:blipFill>
        <p:spPr>
          <a:xfrm>
            <a:off x="640080" y="1523390"/>
            <a:ext cx="274320" cy="274320"/>
          </a:xfrm>
          <a:prstGeom prst="rect">
            <a:avLst/>
          </a:prstGeom>
        </p:spPr>
      </p:pic>
      <p:sp>
        <p:nvSpPr>
          <p:cNvPr id="9" name="Lead Text"/>
          <p:cNvSpPr txBox="1"/>
          <p:nvPr/>
        </p:nvSpPr>
        <p:spPr>
          <a:xfrm>
            <a:off x="1170432" y="1417320"/>
            <a:ext cx="9601200" cy="502920"/>
          </a:xfrm>
          <a:prstGeom prst="rect">
            <a:avLst/>
          </a:prstGeom>
          <a:noFill/>
          <a:ln/>
        </p:spPr>
        <p:txBody>
          <a:bodyPr wrap="square" lIns="0" tIns="0" rIns="0" bIns="0" rtlCol="0" anchor="ctr"/>
          <a:lstStyle/>
          <a:p>
            <a:pPr marL="0" indent="0">
              <a:buNone/>
            </a:pPr>
            <a:r>
              <a:rPr lang="en-US" sz="1800" b="1" dirty="0">
                <a:solidFill>
                  <a:schemeClr val="accent2"/>
                </a:solidFill>
              </a:rPr>
              <a:t>Target users, stakeholders, beneficiaries</a:t>
            </a:r>
            <a:endParaRPr lang="en-US" sz="1800" dirty="0"/>
          </a:p>
        </p:txBody>
      </p:sp>
      <p:sp>
        <p:nvSpPr>
          <p:cNvPr id="10" name="Prompts"/>
          <p:cNvSpPr txBox="1"/>
          <p:nvPr/>
        </p:nvSpPr>
        <p:spPr>
          <a:xfrm>
            <a:off x="868680" y="2148840"/>
            <a:ext cx="10424160" cy="1645920"/>
          </a:xfrm>
          <a:prstGeom prst="rect">
            <a:avLst/>
          </a:prstGeom>
          <a:noFill/>
          <a:ln/>
        </p:spPr>
        <p:txBody>
          <a:bodyPr wrap="square" lIns="0" tIns="0" rIns="0" bIns="0" rtlCol="0" anchor="t"/>
          <a:lstStyle/>
          <a:p>
            <a:pPr marL="279400" indent="-279400">
              <a:spcAft>
                <a:spcPts val="1000"/>
              </a:spcAft>
              <a:buClr>
                <a:schemeClr val="accent1"/>
              </a:buClr>
              <a:buSzPct val="100000"/>
              <a:buChar char="•"/>
            </a:pPr>
            <a:r>
              <a:rPr lang="en-US" sz="1800" dirty="0">
                <a:solidFill>
                  <a:schemeClr val="tx1"/>
                </a:solidFill>
              </a:rPr>
              <a:t>Primary users / target group</a:t>
            </a:r>
          </a:p>
          <a:p>
            <a:pPr marL="279400" indent="-279400">
              <a:spcAft>
                <a:spcPts val="1000"/>
              </a:spcAft>
              <a:buClr>
                <a:schemeClr val="accent1"/>
              </a:buClr>
              <a:buSzPct val="100000"/>
              <a:buChar char="•"/>
            </a:pPr>
            <a:r>
              <a:rPr lang="en-US" dirty="0"/>
              <a:t>Heavy rainfall </a:t>
            </a:r>
            <a:r>
              <a:rPr lang="en-US" dirty="0" err="1"/>
              <a:t>areas,heavy</a:t>
            </a:r>
            <a:r>
              <a:rPr lang="en-US" dirty="0"/>
              <a:t> population </a:t>
            </a:r>
            <a:r>
              <a:rPr lang="en-US" dirty="0" err="1"/>
              <a:t>area,houses</a:t>
            </a:r>
            <a:r>
              <a:rPr lang="en-US" dirty="0"/>
              <a:t> situated near drainages and </a:t>
            </a:r>
            <a:r>
              <a:rPr lang="en-US" dirty="0" err="1"/>
              <a:t>corperation</a:t>
            </a:r>
            <a:r>
              <a:rPr lang="en-US" dirty="0"/>
              <a:t> sewage treatment plants without any proper </a:t>
            </a:r>
            <a:r>
              <a:rPr lang="en-US" dirty="0" err="1"/>
              <a:t>maintainence</a:t>
            </a:r>
            <a:r>
              <a:rPr lang="en-US" dirty="0"/>
              <a:t>.</a:t>
            </a:r>
            <a:endParaRPr lang="en-US" sz="1800" dirty="0"/>
          </a:p>
          <a:p>
            <a:pPr marL="279400" indent="-279400">
              <a:spcAft>
                <a:spcPts val="1000"/>
              </a:spcAft>
              <a:buClr>
                <a:schemeClr val="accent1"/>
              </a:buClr>
              <a:buSzPct val="100000"/>
              <a:buChar char="•"/>
            </a:pPr>
            <a:r>
              <a:rPr lang="en-US" sz="1800" dirty="0">
                <a:solidFill>
                  <a:schemeClr val="tx1"/>
                </a:solidFill>
              </a:rPr>
              <a:t>Secondary stakeholders</a:t>
            </a:r>
          </a:p>
          <a:p>
            <a:pPr marL="279400" indent="-279400">
              <a:spcAft>
                <a:spcPts val="1000"/>
              </a:spcAft>
              <a:buClr>
                <a:schemeClr val="accent1"/>
              </a:buClr>
              <a:buSzPct val="100000"/>
              <a:buChar char="•"/>
            </a:pPr>
            <a:r>
              <a:rPr lang="en-US" dirty="0"/>
              <a:t>Central and indirect state government </a:t>
            </a:r>
            <a:r>
              <a:rPr lang="en-US" dirty="0" err="1"/>
              <a:t>ministries,national</a:t>
            </a:r>
            <a:r>
              <a:rPr lang="en-US" dirty="0"/>
              <a:t> disaster management authority(NDMA)&amp;NITI </a:t>
            </a:r>
            <a:r>
              <a:rPr lang="en-US" dirty="0" err="1"/>
              <a:t>Aayog,ministry</a:t>
            </a:r>
            <a:r>
              <a:rPr lang="en-US" dirty="0"/>
              <a:t> of </a:t>
            </a:r>
            <a:r>
              <a:rPr lang="en-US" dirty="0" err="1"/>
              <a:t>agriculture,the</a:t>
            </a:r>
            <a:r>
              <a:rPr lang="en-US" dirty="0"/>
              <a:t> private sector and real estate </a:t>
            </a:r>
            <a:r>
              <a:rPr lang="en-US" dirty="0" err="1"/>
              <a:t>devlopers,public</a:t>
            </a:r>
            <a:r>
              <a:rPr lang="en-US" dirty="0"/>
              <a:t> health authorities &amp; insurance </a:t>
            </a:r>
            <a:r>
              <a:rPr lang="en-US" dirty="0" err="1"/>
              <a:t>providers,Academia</a:t>
            </a:r>
            <a:r>
              <a:rPr lang="en-US" dirty="0"/>
              <a:t> </a:t>
            </a:r>
            <a:r>
              <a:rPr lang="en-US" dirty="0" err="1"/>
              <a:t>Reasearch</a:t>
            </a:r>
            <a:r>
              <a:rPr lang="en-US" dirty="0"/>
              <a:t> </a:t>
            </a:r>
            <a:r>
              <a:rPr lang="en-US" dirty="0" err="1"/>
              <a:t>Institutions,and</a:t>
            </a:r>
            <a:r>
              <a:rPr lang="en-US" dirty="0"/>
              <a:t> think </a:t>
            </a:r>
            <a:r>
              <a:rPr lang="en-US" dirty="0" err="1"/>
              <a:t>tanks,Non</a:t>
            </a:r>
            <a:r>
              <a:rPr lang="en-US" dirty="0"/>
              <a:t>-Governmental organizations(NGO’S) and civil society</a:t>
            </a:r>
            <a:endParaRPr lang="en-US" sz="1800" dirty="0"/>
          </a:p>
          <a:p>
            <a:pPr marL="279400" indent="-279400">
              <a:spcAft>
                <a:spcPts val="1000"/>
              </a:spcAft>
              <a:buClr>
                <a:schemeClr val="accent1"/>
              </a:buClr>
              <a:buSzPct val="100000"/>
              <a:buChar char="•"/>
            </a:pPr>
            <a:r>
              <a:rPr lang="en-US" sz="1800" dirty="0">
                <a:solidFill>
                  <a:schemeClr val="tx1"/>
                </a:solidFill>
              </a:rPr>
              <a:t>Who benefits if the problem is solved?</a:t>
            </a:r>
          </a:p>
          <a:p>
            <a:pPr marL="279400" indent="-279400">
              <a:spcAft>
                <a:spcPts val="1000"/>
              </a:spcAft>
              <a:buClr>
                <a:schemeClr val="accent1"/>
              </a:buClr>
              <a:buSzPct val="100000"/>
              <a:buChar char="•"/>
            </a:pPr>
            <a:r>
              <a:rPr lang="en-US" dirty="0"/>
              <a:t>In general all urban </a:t>
            </a:r>
            <a:r>
              <a:rPr lang="en-US" dirty="0" err="1"/>
              <a:t>residents,farmers,buisnesses</a:t>
            </a:r>
            <a:r>
              <a:rPr lang="en-US" dirty="0"/>
              <a:t> ,local governments, and public health systems.</a:t>
            </a:r>
            <a:endParaRPr lang="en-US" sz="1800" dirty="0"/>
          </a:p>
        </p:txBody>
      </p:sp>
      <p:sp>
        <p:nvSpPr>
          <p:cNvPr id="25" name="Slide Number Placeholder 0"/>
          <p:cNvSpPr>
            <a:spLocks noGrp="1"/>
          </p:cNvSpPr>
          <p:nvPr>
            <p:ph type="sldNum" sz="quarter" idx="4294967295"/>
          </p:nvPr>
        </p:nvSpPr>
        <p:spPr>
          <a:xfrm>
            <a:off x="11259007" y="6409944"/>
            <a:ext cx="457200" cy="395935"/>
          </a:xfrm>
          <a:prstGeom prst="rect">
            <a:avLst/>
          </a:prstGeom>
          <a:extLst>
            <a:ext uri="{C572A759-6A51-4108-AA02-DFA0A04FC94B}">
              <ma14:wrappingTextBoxFlag xmlns="" xmlns:ma14="http://schemas.microsoft.com/office/mac/drawingml/2011/main" val="0"/>
            </a:ext>
          </a:extLst>
        </p:spPr>
        <p:txBody>
          <a:bodyPr lIns="0" tIns="0" rIns="0" bIns="0" anchor="ctr"/>
          <a:lstStyle>
            <a:lvl1pPr>
              <a:defRPr sz="1100">
                <a:solidFill>
                  <a:schemeClr val="tx2"/>
                </a:solidFill>
                <a:latin typeface="Calibri"/>
                <a:ea typeface="Calibri"/>
                <a:cs typeface="Calibri"/>
              </a:defRPr>
            </a:lvl1pPr>
          </a:lstStyle>
          <a:p>
            <a:pPr algn="ctr"/>
            <a:fld id="{F7021451-1387-4CA6-816F-3879F97B5CBC}" type="slidenum">
              <a:rPr lang="en-US" b="1"/>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7"/>
          <p:cNvSpPr>
            <a:spLocks noGrp="1"/>
          </p:cNvSpPr>
          <p:nvPr>
            <p:ph type="title" idx="108" hasCustomPrompt="1"/>
          </p:nvPr>
        </p:nvSpPr>
        <p:spPr>
          <a:xfrm>
            <a:off x="3246120" y="320040"/>
            <a:ext cx="7498080" cy="822960"/>
          </a:xfrm>
          <a:prstGeom prst="rect">
            <a:avLst/>
          </a:prstGeom>
          <a:noFill/>
          <a:ln/>
        </p:spPr>
        <p:txBody>
          <a:bodyPr wrap="square" lIns="0" tIns="0" rIns="0" bIns="0" rtlCol="0" anchor="ctr"/>
          <a:lstStyle/>
          <a:p>
            <a:pPr marL="0" indent="0" algn="ctr">
              <a:buNone/>
            </a:pPr>
            <a:r>
              <a:rPr lang="en-US" sz="2400" b="1" kern="0" spc="100" dirty="0">
                <a:solidFill>
                  <a:schemeClr val="tx2"/>
                </a:solidFill>
                <a:latin typeface="Cambria" pitchFamily="34" charset="0"/>
                <a:ea typeface="Cambria" pitchFamily="34" charset="-122"/>
                <a:cs typeface="Cambria" pitchFamily="34" charset="-120"/>
              </a:rPr>
              <a:t>CURRENT SITUATION &amp; CONTEXT</a:t>
            </a:r>
            <a:endParaRPr lang="en-US" sz="2400" dirty="0"/>
          </a:p>
        </p:txBody>
      </p:sp>
      <p:sp>
        <p:nvSpPr>
          <p:cNvPr id="3" name="Team Badge"/>
          <p:cNvSpPr/>
          <p:nvPr/>
        </p:nvSpPr>
        <p:spPr>
          <a:xfrm>
            <a:off x="457200" y="320040"/>
            <a:ext cx="2606040" cy="822960"/>
          </a:xfrm>
          <a:prstGeom prst="roundRect">
            <a:avLst>
              <a:gd name="adj" fmla="val 13333"/>
            </a:avLst>
          </a:prstGeom>
          <a:solidFill>
            <a:schemeClr val="bg1"/>
          </a:solidFill>
          <a:ln w="9525">
            <a:solidFill>
              <a:schemeClr val="accent6"/>
            </a:solidFill>
            <a:prstDash val="solid"/>
          </a:ln>
        </p:spPr>
      </p:sp>
      <p:sp>
        <p:nvSpPr>
          <p:cNvPr id="4" name="Team Icon Hex"/>
          <p:cNvSpPr/>
          <p:nvPr/>
        </p:nvSpPr>
        <p:spPr>
          <a:xfrm>
            <a:off x="603504" y="457200"/>
            <a:ext cx="630936" cy="548640"/>
          </a:xfrm>
          <a:prstGeom prst="hexagon">
            <a:avLst/>
          </a:prstGeom>
          <a:solidFill>
            <a:schemeClr val="bg2"/>
          </a:solidFill>
          <a:ln w="9525">
            <a:solidFill>
              <a:schemeClr val="accent6"/>
            </a:solidFill>
            <a:prstDash val="solid"/>
          </a:ln>
        </p:spPr>
      </p:sp>
      <p:pic>
        <p:nvPicPr>
          <p:cNvPr id="5" name="Team Icon" descr="Team icon"/>
          <p:cNvPicPr>
            <a:picLocks noChangeAspect="1"/>
          </p:cNvPicPr>
          <p:nvPr/>
        </p:nvPicPr>
        <p:blipFill>
          <a:blip r:embed="rId3"/>
          <a:stretch>
            <a:fillRect/>
          </a:stretch>
        </p:blipFill>
        <p:spPr>
          <a:xfrm>
            <a:off x="736092" y="548640"/>
            <a:ext cx="365760" cy="365760"/>
          </a:xfrm>
          <a:prstGeom prst="rect">
            <a:avLst/>
          </a:prstGeom>
        </p:spPr>
      </p:pic>
      <p:sp>
        <p:nvSpPr>
          <p:cNvPr id="6" name="Team Name"/>
          <p:cNvSpPr txBox="1"/>
          <p:nvPr/>
        </p:nvSpPr>
        <p:spPr>
          <a:xfrm>
            <a:off x="1371600" y="384048"/>
            <a:ext cx="1627632" cy="694944"/>
          </a:xfrm>
          <a:prstGeom prst="rect">
            <a:avLst/>
          </a:prstGeom>
          <a:noFill/>
          <a:ln/>
        </p:spPr>
        <p:txBody>
          <a:bodyPr wrap="square" lIns="0" tIns="0" rIns="0" bIns="0" rtlCol="0" anchor="ctr">
            <a:normAutofit/>
          </a:bodyPr>
          <a:lstStyle/>
          <a:p>
            <a:pPr marL="0" indent="0">
              <a:buNone/>
            </a:pPr>
            <a:r>
              <a:rPr lang="en-US" sz="900" b="1" kern="0" spc="300" dirty="0">
                <a:solidFill>
                  <a:schemeClr val="accent5"/>
                </a:solidFill>
              </a:rPr>
              <a:t>TEAM</a:t>
            </a:r>
            <a:endParaRPr lang="en-US" sz="900" dirty="0"/>
          </a:p>
          <a:p>
            <a:pPr marL="0" indent="0">
              <a:buNone/>
            </a:pPr>
            <a:r>
              <a:rPr lang="en-IN" sz="1500" b="1" dirty="0">
                <a:solidFill>
                  <a:schemeClr val="accent1"/>
                </a:solidFill>
              </a:rPr>
              <a:t>Srinivas </a:t>
            </a:r>
            <a:r>
              <a:rPr lang="en-IN" sz="1500" b="1" dirty="0" err="1">
                <a:solidFill>
                  <a:schemeClr val="accent1"/>
                </a:solidFill>
              </a:rPr>
              <a:t>Ramanujan</a:t>
            </a:r>
            <a:r>
              <a:rPr lang="en-IN" sz="1500" b="1" dirty="0">
                <a:solidFill>
                  <a:schemeClr val="accent1"/>
                </a:solidFill>
              </a:rPr>
              <a:t> </a:t>
            </a:r>
            <a:endParaRPr lang="en-US" sz="900" dirty="0"/>
          </a:p>
        </p:txBody>
      </p:sp>
      <p:sp>
        <p:nvSpPr>
          <p:cNvPr id="7" name="Lead Icon Hex"/>
          <p:cNvSpPr/>
          <p:nvPr/>
        </p:nvSpPr>
        <p:spPr>
          <a:xfrm>
            <a:off x="548640" y="1463040"/>
            <a:ext cx="457200" cy="395935"/>
          </a:xfrm>
          <a:prstGeom prst="hexagon">
            <a:avLst/>
          </a:prstGeom>
          <a:solidFill>
            <a:schemeClr val="accent3"/>
          </a:solidFill>
          <a:ln/>
        </p:spPr>
      </p:sp>
      <p:pic>
        <p:nvPicPr>
          <p:cNvPr id="8" name="Lead Icon" descr="Lightbulb icon"/>
          <p:cNvPicPr>
            <a:picLocks noChangeAspect="1"/>
          </p:cNvPicPr>
          <p:nvPr/>
        </p:nvPicPr>
        <p:blipFill>
          <a:blip r:embed="rId4"/>
          <a:stretch>
            <a:fillRect/>
          </a:stretch>
        </p:blipFill>
        <p:spPr>
          <a:xfrm>
            <a:off x="640080" y="1523390"/>
            <a:ext cx="274320" cy="274320"/>
          </a:xfrm>
          <a:prstGeom prst="rect">
            <a:avLst/>
          </a:prstGeom>
        </p:spPr>
      </p:pic>
      <p:sp>
        <p:nvSpPr>
          <p:cNvPr id="9" name="Lead Text"/>
          <p:cNvSpPr txBox="1"/>
          <p:nvPr/>
        </p:nvSpPr>
        <p:spPr>
          <a:xfrm>
            <a:off x="1170432" y="1417320"/>
            <a:ext cx="9601200" cy="502920"/>
          </a:xfrm>
          <a:prstGeom prst="rect">
            <a:avLst/>
          </a:prstGeom>
          <a:noFill/>
          <a:ln/>
        </p:spPr>
        <p:txBody>
          <a:bodyPr wrap="square" lIns="0" tIns="0" rIns="0" bIns="0" rtlCol="0" anchor="ctr"/>
          <a:lstStyle/>
          <a:p>
            <a:pPr marL="0" indent="0">
              <a:buNone/>
            </a:pPr>
            <a:r>
              <a:rPr lang="en-US" sz="1800" b="1" dirty="0">
                <a:solidFill>
                  <a:schemeClr val="accent2"/>
                </a:solidFill>
              </a:rPr>
              <a:t>Existing scenario, background and how things work today</a:t>
            </a:r>
            <a:endParaRPr lang="en-US" sz="1800" dirty="0"/>
          </a:p>
        </p:txBody>
      </p:sp>
      <p:sp>
        <p:nvSpPr>
          <p:cNvPr id="10" name="Prompts"/>
          <p:cNvSpPr txBox="1"/>
          <p:nvPr/>
        </p:nvSpPr>
        <p:spPr>
          <a:xfrm>
            <a:off x="868680" y="2148840"/>
            <a:ext cx="10424160" cy="1645920"/>
          </a:xfrm>
          <a:prstGeom prst="rect">
            <a:avLst/>
          </a:prstGeom>
          <a:noFill/>
          <a:ln/>
        </p:spPr>
        <p:txBody>
          <a:bodyPr wrap="square" lIns="0" tIns="0" rIns="0" bIns="0" rtlCol="0" anchor="t"/>
          <a:lstStyle/>
          <a:p>
            <a:pPr marL="279400" indent="-279400">
              <a:spcAft>
                <a:spcPts val="1000"/>
              </a:spcAft>
              <a:buClr>
                <a:schemeClr val="accent1"/>
              </a:buClr>
              <a:buSzPct val="100000"/>
              <a:buChar char="•"/>
            </a:pPr>
            <a:r>
              <a:rPr lang="en-US" sz="1600" dirty="0">
                <a:solidFill>
                  <a:schemeClr val="tx1"/>
                </a:solidFill>
              </a:rPr>
              <a:t>Existing scenario and background</a:t>
            </a:r>
          </a:p>
          <a:p>
            <a:pPr marL="279400" indent="-279400">
              <a:spcAft>
                <a:spcPts val="1000"/>
              </a:spcAft>
              <a:buClr>
                <a:schemeClr val="accent1"/>
              </a:buClr>
              <a:buSzPct val="100000"/>
              <a:buChar char="•"/>
            </a:pPr>
            <a:r>
              <a:rPr lang="en-US" sz="1600" dirty="0"/>
              <a:t>Currently in </a:t>
            </a:r>
            <a:r>
              <a:rPr lang="en-US" sz="1600" dirty="0" err="1"/>
              <a:t>india</a:t>
            </a:r>
            <a:r>
              <a:rPr lang="en-US" sz="1600" dirty="0"/>
              <a:t> major 94% of cities and districts face monsoon </a:t>
            </a:r>
            <a:r>
              <a:rPr lang="en-US" sz="1600" dirty="0" err="1"/>
              <a:t>waterlogging,large</a:t>
            </a:r>
            <a:r>
              <a:rPr lang="en-US" sz="1600" dirty="0"/>
              <a:t>-scale riverine flood magnitudes and actually </a:t>
            </a:r>
            <a:r>
              <a:rPr lang="en-US" sz="1600" dirty="0" err="1"/>
              <a:t>decresing</a:t>
            </a:r>
            <a:r>
              <a:rPr lang="en-US" sz="1600" dirty="0"/>
              <a:t> across 74% of gauging </a:t>
            </a:r>
            <a:r>
              <a:rPr lang="en-US" sz="1600" dirty="0" err="1"/>
              <a:t>staions</a:t>
            </a:r>
            <a:r>
              <a:rPr lang="en-US" sz="1600" dirty="0"/>
              <a:t> nationwide.</a:t>
            </a:r>
          </a:p>
          <a:p>
            <a:pPr marL="279400" indent="-279400">
              <a:spcAft>
                <a:spcPts val="1000"/>
              </a:spcAft>
              <a:buClr>
                <a:schemeClr val="accent1"/>
              </a:buClr>
              <a:buSzPct val="100000"/>
              <a:buChar char="•"/>
            </a:pPr>
            <a:r>
              <a:rPr lang="en-US" sz="1600" dirty="0">
                <a:solidFill>
                  <a:schemeClr val="tx1"/>
                </a:solidFill>
              </a:rPr>
              <a:t>Relevant data or facts (if available)</a:t>
            </a:r>
          </a:p>
          <a:p>
            <a:pPr marL="279400" indent="-279400">
              <a:spcAft>
                <a:spcPts val="1000"/>
              </a:spcAft>
              <a:buClr>
                <a:schemeClr val="accent1"/>
              </a:buClr>
              <a:buSzPct val="100000"/>
              <a:buChar char="•"/>
            </a:pPr>
            <a:r>
              <a:rPr lang="en-US" sz="1600" dirty="0"/>
              <a:t>Major waterlogging issues in </a:t>
            </a:r>
            <a:r>
              <a:rPr lang="en-US" sz="1600" dirty="0" err="1"/>
              <a:t>india</a:t>
            </a:r>
            <a:r>
              <a:rPr lang="en-US" sz="1600" dirty="0"/>
              <a:t> :</a:t>
            </a:r>
          </a:p>
          <a:p>
            <a:pPr marL="279400" indent="-279400">
              <a:spcAft>
                <a:spcPts val="1000"/>
              </a:spcAft>
              <a:buClr>
                <a:schemeClr val="accent1"/>
              </a:buClr>
              <a:buSzPct val="100000"/>
              <a:buChar char="•"/>
            </a:pPr>
            <a:r>
              <a:rPr lang="en-US" sz="1600" dirty="0"/>
              <a:t>Northern </a:t>
            </a:r>
            <a:r>
              <a:rPr lang="en-US" sz="1600" dirty="0" err="1"/>
              <a:t>inida</a:t>
            </a:r>
            <a:r>
              <a:rPr lang="en-US" sz="1600" dirty="0"/>
              <a:t> (</a:t>
            </a:r>
            <a:r>
              <a:rPr lang="en-US" sz="1600" dirty="0" err="1"/>
              <a:t>uttar</a:t>
            </a:r>
            <a:r>
              <a:rPr lang="en-US" sz="1600" dirty="0"/>
              <a:t> Pradesh and </a:t>
            </a:r>
            <a:r>
              <a:rPr lang="en-US" sz="1600" dirty="0" err="1"/>
              <a:t>bihar</a:t>
            </a:r>
            <a:r>
              <a:rPr lang="en-US" sz="1600" dirty="0"/>
              <a:t>) have heavy </a:t>
            </a:r>
            <a:r>
              <a:rPr lang="en-US" sz="1600" dirty="0" err="1"/>
              <a:t>contious</a:t>
            </a:r>
            <a:r>
              <a:rPr lang="en-US" sz="1600" dirty="0"/>
              <a:t> rainfall 0and swollen rivers from Nepal led to severe drainage mismatch issues resulting over 60 deaths </a:t>
            </a:r>
          </a:p>
          <a:p>
            <a:pPr marL="279400" indent="-279400">
              <a:spcAft>
                <a:spcPts val="1000"/>
              </a:spcAft>
              <a:buClr>
                <a:schemeClr val="accent1"/>
              </a:buClr>
              <a:buSzPct val="100000"/>
              <a:buChar char="•"/>
            </a:pPr>
            <a:r>
              <a:rPr lang="en-US" sz="1600" dirty="0" err="1"/>
              <a:t>Bengaluru:due</a:t>
            </a:r>
            <a:r>
              <a:rPr lang="en-US" sz="1600" dirty="0"/>
              <a:t> to heavy rainfall flooding and </a:t>
            </a:r>
            <a:r>
              <a:rPr lang="en-US" sz="1600" dirty="0" err="1"/>
              <a:t>waterlooging</a:t>
            </a:r>
            <a:r>
              <a:rPr lang="en-US" sz="1600" dirty="0"/>
              <a:t> during heavy rain spells turn underpasses and arterial roads into hazardous  trap due to civic neglect.</a:t>
            </a:r>
          </a:p>
          <a:p>
            <a:pPr marL="279400" indent="-279400">
              <a:spcAft>
                <a:spcPts val="1000"/>
              </a:spcAft>
              <a:buClr>
                <a:schemeClr val="accent1"/>
              </a:buClr>
              <a:buSzPct val="100000"/>
              <a:buChar char="•"/>
            </a:pPr>
            <a:r>
              <a:rPr lang="en-US" sz="1600" dirty="0" err="1"/>
              <a:t>Globall</a:t>
            </a:r>
            <a:r>
              <a:rPr lang="en-US" sz="1600" dirty="0"/>
              <a:t> issues of </a:t>
            </a:r>
            <a:r>
              <a:rPr lang="en-US" sz="1600" dirty="0" err="1"/>
              <a:t>waterlooging</a:t>
            </a:r>
            <a:r>
              <a:rPr lang="en-US" sz="1600" dirty="0"/>
              <a:t> in drainages are mainly due </a:t>
            </a:r>
            <a:r>
              <a:rPr lang="en-US" sz="1600" dirty="0" err="1"/>
              <a:t>to:rampant</a:t>
            </a:r>
            <a:r>
              <a:rPr lang="en-US" sz="1600" dirty="0"/>
              <a:t> </a:t>
            </a:r>
            <a:r>
              <a:rPr lang="en-US" sz="1600" dirty="0" err="1"/>
              <a:t>concentration,outdated</a:t>
            </a:r>
            <a:r>
              <a:rPr lang="en-US" sz="1600" dirty="0"/>
              <a:t> </a:t>
            </a:r>
            <a:r>
              <a:rPr lang="en-US" sz="1600" dirty="0" err="1"/>
              <a:t>infrastructures,encroachment</a:t>
            </a:r>
            <a:r>
              <a:rPr lang="en-US" sz="1600" dirty="0"/>
              <a:t>.</a:t>
            </a:r>
          </a:p>
          <a:p>
            <a:pPr marL="279400" indent="-279400">
              <a:spcAft>
                <a:spcPts val="1000"/>
              </a:spcAft>
              <a:buClr>
                <a:schemeClr val="accent1"/>
              </a:buClr>
              <a:buSzPct val="100000"/>
              <a:buChar char="•"/>
            </a:pPr>
            <a:r>
              <a:rPr lang="en-US" sz="1600" dirty="0">
                <a:solidFill>
                  <a:schemeClr val="tx1"/>
                </a:solidFill>
              </a:rPr>
              <a:t>Current workflow, step by step</a:t>
            </a:r>
            <a:r>
              <a:rPr lang="en-US" sz="1600" dirty="0"/>
              <a:t>: first finding out water logged area using TSS  or other machines and  accordingly clearing it later finding other drainage panels to clear the waterlog </a:t>
            </a:r>
            <a:r>
              <a:rPr lang="en-US" sz="1600" dirty="0" err="1"/>
              <a:t>ged</a:t>
            </a:r>
            <a:r>
              <a:rPr lang="en-US" sz="1600" dirty="0"/>
              <a:t> area and help people move through the area.</a:t>
            </a:r>
          </a:p>
        </p:txBody>
      </p:sp>
      <p:sp>
        <p:nvSpPr>
          <p:cNvPr id="25" name="Slide Number Placeholder 0"/>
          <p:cNvSpPr>
            <a:spLocks noGrp="1"/>
          </p:cNvSpPr>
          <p:nvPr>
            <p:ph type="sldNum" sz="quarter" idx="4294967295"/>
          </p:nvPr>
        </p:nvSpPr>
        <p:spPr>
          <a:xfrm>
            <a:off x="11259007" y="6409944"/>
            <a:ext cx="457200" cy="395935"/>
          </a:xfrm>
          <a:prstGeom prst="rect">
            <a:avLst/>
          </a:prstGeom>
          <a:extLst>
            <a:ext uri="{C572A759-6A51-4108-AA02-DFA0A04FC94B}">
              <ma14:wrappingTextBoxFlag xmlns="" xmlns:ma14="http://schemas.microsoft.com/office/mac/drawingml/2011/main" val="0"/>
            </a:ext>
          </a:extLst>
        </p:spPr>
        <p:txBody>
          <a:bodyPr lIns="0" tIns="0" rIns="0" bIns="0" anchor="ctr"/>
          <a:lstStyle>
            <a:lvl1pPr>
              <a:defRPr sz="1100">
                <a:solidFill>
                  <a:schemeClr val="tx2"/>
                </a:solidFill>
                <a:latin typeface="Calibri"/>
                <a:ea typeface="Calibri"/>
                <a:cs typeface="Calibri"/>
              </a:defRPr>
            </a:lvl1pPr>
          </a:lstStyle>
          <a:p>
            <a:pPr algn="ctr"/>
            <a:fld id="{F7021451-1387-4CA6-816F-3879F97B5CBC}" type="slidenum">
              <a:rPr lang="en-US" b="1"/>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7"/>
          <p:cNvSpPr>
            <a:spLocks noGrp="1"/>
          </p:cNvSpPr>
          <p:nvPr>
            <p:ph type="title" idx="108" hasCustomPrompt="1"/>
          </p:nvPr>
        </p:nvSpPr>
        <p:spPr>
          <a:xfrm>
            <a:off x="3246120" y="320040"/>
            <a:ext cx="7498080" cy="822960"/>
          </a:xfrm>
          <a:prstGeom prst="rect">
            <a:avLst/>
          </a:prstGeom>
          <a:noFill/>
          <a:ln/>
        </p:spPr>
        <p:txBody>
          <a:bodyPr wrap="square" lIns="0" tIns="0" rIns="0" bIns="0" rtlCol="0" anchor="ctr"/>
          <a:lstStyle/>
          <a:p>
            <a:pPr marL="0" indent="0" algn="ctr">
              <a:buNone/>
            </a:pPr>
            <a:r>
              <a:rPr lang="en-US" sz="2400" b="1" kern="0" spc="100" dirty="0">
                <a:solidFill>
                  <a:schemeClr val="tx2"/>
                </a:solidFill>
                <a:latin typeface="Cambria" pitchFamily="34" charset="0"/>
                <a:ea typeface="Cambria" pitchFamily="34" charset="-122"/>
                <a:cs typeface="Cambria" pitchFamily="34" charset="-120"/>
              </a:rPr>
              <a:t>KEY CHALLENGES</a:t>
            </a:r>
            <a:endParaRPr lang="en-US" sz="2400" dirty="0"/>
          </a:p>
        </p:txBody>
      </p:sp>
      <p:sp>
        <p:nvSpPr>
          <p:cNvPr id="3" name="Team Badge"/>
          <p:cNvSpPr/>
          <p:nvPr/>
        </p:nvSpPr>
        <p:spPr>
          <a:xfrm>
            <a:off x="457200" y="320040"/>
            <a:ext cx="2606040" cy="822960"/>
          </a:xfrm>
          <a:prstGeom prst="roundRect">
            <a:avLst>
              <a:gd name="adj" fmla="val 13333"/>
            </a:avLst>
          </a:prstGeom>
          <a:solidFill>
            <a:schemeClr val="bg1"/>
          </a:solidFill>
          <a:ln w="9525">
            <a:solidFill>
              <a:schemeClr val="accent6"/>
            </a:solidFill>
            <a:prstDash val="solid"/>
          </a:ln>
        </p:spPr>
      </p:sp>
      <p:sp>
        <p:nvSpPr>
          <p:cNvPr id="4" name="Team Icon Hex"/>
          <p:cNvSpPr/>
          <p:nvPr/>
        </p:nvSpPr>
        <p:spPr>
          <a:xfrm>
            <a:off x="603504" y="457200"/>
            <a:ext cx="630936" cy="548640"/>
          </a:xfrm>
          <a:prstGeom prst="hexagon">
            <a:avLst/>
          </a:prstGeom>
          <a:solidFill>
            <a:schemeClr val="bg2"/>
          </a:solidFill>
          <a:ln w="9525">
            <a:solidFill>
              <a:schemeClr val="accent6"/>
            </a:solidFill>
            <a:prstDash val="solid"/>
          </a:ln>
        </p:spPr>
      </p:sp>
      <p:pic>
        <p:nvPicPr>
          <p:cNvPr id="5" name="Team Icon" descr="Team icon"/>
          <p:cNvPicPr>
            <a:picLocks noChangeAspect="1"/>
          </p:cNvPicPr>
          <p:nvPr/>
        </p:nvPicPr>
        <p:blipFill>
          <a:blip r:embed="rId3"/>
          <a:stretch>
            <a:fillRect/>
          </a:stretch>
        </p:blipFill>
        <p:spPr>
          <a:xfrm>
            <a:off x="736092" y="548640"/>
            <a:ext cx="365760" cy="365760"/>
          </a:xfrm>
          <a:prstGeom prst="rect">
            <a:avLst/>
          </a:prstGeom>
        </p:spPr>
      </p:pic>
      <p:sp>
        <p:nvSpPr>
          <p:cNvPr id="6" name="Team Name"/>
          <p:cNvSpPr txBox="1"/>
          <p:nvPr/>
        </p:nvSpPr>
        <p:spPr>
          <a:xfrm>
            <a:off x="1371600" y="384048"/>
            <a:ext cx="1627632" cy="694944"/>
          </a:xfrm>
          <a:prstGeom prst="rect">
            <a:avLst/>
          </a:prstGeom>
          <a:noFill/>
          <a:ln/>
        </p:spPr>
        <p:txBody>
          <a:bodyPr wrap="square" lIns="0" tIns="0" rIns="0" bIns="0" rtlCol="0" anchor="ctr">
            <a:normAutofit/>
          </a:bodyPr>
          <a:lstStyle/>
          <a:p>
            <a:pPr marL="0" indent="0">
              <a:buNone/>
            </a:pPr>
            <a:r>
              <a:rPr lang="en-US" sz="900" b="1" kern="0" spc="300" dirty="0">
                <a:solidFill>
                  <a:schemeClr val="accent5"/>
                </a:solidFill>
              </a:rPr>
              <a:t>TEAM</a:t>
            </a:r>
            <a:endParaRPr lang="en-US" sz="900" dirty="0"/>
          </a:p>
          <a:p>
            <a:pPr marL="0" indent="0">
              <a:buNone/>
            </a:pPr>
            <a:r>
              <a:rPr lang="en-IN" sz="1500" b="1" dirty="0">
                <a:solidFill>
                  <a:schemeClr val="accent1"/>
                </a:solidFill>
              </a:rPr>
              <a:t>Srinivas </a:t>
            </a:r>
            <a:r>
              <a:rPr lang="en-IN" sz="1500" b="1" dirty="0" err="1">
                <a:solidFill>
                  <a:schemeClr val="accent1"/>
                </a:solidFill>
              </a:rPr>
              <a:t>Ramanujan</a:t>
            </a:r>
            <a:r>
              <a:rPr lang="en-IN" sz="1500" b="1" dirty="0">
                <a:solidFill>
                  <a:schemeClr val="accent1"/>
                </a:solidFill>
              </a:rPr>
              <a:t> </a:t>
            </a:r>
            <a:endParaRPr lang="en-US" sz="900" dirty="0"/>
          </a:p>
        </p:txBody>
      </p:sp>
      <p:sp>
        <p:nvSpPr>
          <p:cNvPr id="7" name="Lead Icon Hex"/>
          <p:cNvSpPr/>
          <p:nvPr/>
        </p:nvSpPr>
        <p:spPr>
          <a:xfrm>
            <a:off x="548640" y="1463040"/>
            <a:ext cx="457200" cy="395935"/>
          </a:xfrm>
          <a:prstGeom prst="hexagon">
            <a:avLst/>
          </a:prstGeom>
          <a:solidFill>
            <a:schemeClr val="accent3"/>
          </a:solidFill>
          <a:ln/>
        </p:spPr>
      </p:sp>
      <p:pic>
        <p:nvPicPr>
          <p:cNvPr id="8" name="Lead Icon" descr="Lightbulb icon"/>
          <p:cNvPicPr>
            <a:picLocks noChangeAspect="1"/>
          </p:cNvPicPr>
          <p:nvPr/>
        </p:nvPicPr>
        <p:blipFill>
          <a:blip r:embed="rId4"/>
          <a:stretch>
            <a:fillRect/>
          </a:stretch>
        </p:blipFill>
        <p:spPr>
          <a:xfrm>
            <a:off x="640080" y="1523390"/>
            <a:ext cx="274320" cy="274320"/>
          </a:xfrm>
          <a:prstGeom prst="rect">
            <a:avLst/>
          </a:prstGeom>
        </p:spPr>
      </p:pic>
      <p:sp>
        <p:nvSpPr>
          <p:cNvPr id="9" name="Lead Text"/>
          <p:cNvSpPr txBox="1"/>
          <p:nvPr/>
        </p:nvSpPr>
        <p:spPr>
          <a:xfrm>
            <a:off x="1170432" y="1417320"/>
            <a:ext cx="9601200" cy="502920"/>
          </a:xfrm>
          <a:prstGeom prst="rect">
            <a:avLst/>
          </a:prstGeom>
          <a:noFill/>
          <a:ln/>
        </p:spPr>
        <p:txBody>
          <a:bodyPr wrap="square" lIns="0" tIns="0" rIns="0" bIns="0" rtlCol="0" anchor="ctr"/>
          <a:lstStyle/>
          <a:p>
            <a:pPr marL="0" indent="0">
              <a:buNone/>
            </a:pPr>
            <a:r>
              <a:rPr lang="en-US" sz="1800" b="1" dirty="0">
                <a:solidFill>
                  <a:schemeClr val="accent2"/>
                </a:solidFill>
              </a:rPr>
              <a:t>Main difficulties, bottlenecks, root causes and consequences</a:t>
            </a:r>
            <a:endParaRPr lang="en-US" sz="1800" dirty="0"/>
          </a:p>
        </p:txBody>
      </p:sp>
      <p:sp>
        <p:nvSpPr>
          <p:cNvPr id="10" name="Prompts"/>
          <p:cNvSpPr txBox="1"/>
          <p:nvPr/>
        </p:nvSpPr>
        <p:spPr>
          <a:xfrm>
            <a:off x="868680" y="2148840"/>
            <a:ext cx="10424160" cy="1645920"/>
          </a:xfrm>
          <a:prstGeom prst="rect">
            <a:avLst/>
          </a:prstGeom>
          <a:noFill/>
          <a:ln/>
        </p:spPr>
        <p:txBody>
          <a:bodyPr wrap="square" lIns="0" tIns="0" rIns="0" bIns="0" rtlCol="0" anchor="t"/>
          <a:lstStyle/>
          <a:p>
            <a:pPr marL="279400" indent="-279400">
              <a:spcAft>
                <a:spcPts val="1000"/>
              </a:spcAft>
              <a:buClr>
                <a:schemeClr val="accent1"/>
              </a:buClr>
              <a:buSzPct val="100000"/>
              <a:buChar char="•"/>
            </a:pPr>
            <a:r>
              <a:rPr lang="en-US" sz="1800" dirty="0">
                <a:solidFill>
                  <a:schemeClr val="tx1"/>
                </a:solidFill>
              </a:rPr>
              <a:t>Main difficulties and bottlenecks</a:t>
            </a:r>
          </a:p>
          <a:p>
            <a:pPr marL="279400" indent="-279400">
              <a:spcAft>
                <a:spcPts val="1000"/>
              </a:spcAft>
              <a:buClr>
                <a:schemeClr val="accent1"/>
              </a:buClr>
              <a:buSzPct val="100000"/>
              <a:buChar char="•"/>
            </a:pPr>
            <a:r>
              <a:rPr lang="en-US" dirty="0"/>
              <a:t>Rapid </a:t>
            </a:r>
            <a:r>
              <a:rPr lang="en-US" dirty="0" err="1"/>
              <a:t>urbanization,aging</a:t>
            </a:r>
            <a:r>
              <a:rPr lang="en-US" dirty="0"/>
              <a:t> and undersized </a:t>
            </a:r>
            <a:r>
              <a:rPr lang="en-US" dirty="0" err="1"/>
              <a:t>infrastructure,encroachment</a:t>
            </a:r>
            <a:r>
              <a:rPr lang="en-US" dirty="0"/>
              <a:t> on natural </a:t>
            </a:r>
            <a:r>
              <a:rPr lang="en-US" dirty="0" err="1"/>
              <a:t>drains,unfavourable</a:t>
            </a:r>
            <a:r>
              <a:rPr lang="en-US" dirty="0"/>
              <a:t> topography and sinking </a:t>
            </a:r>
            <a:r>
              <a:rPr lang="en-US" dirty="0" err="1"/>
              <a:t>terrain,high</a:t>
            </a:r>
            <a:r>
              <a:rPr lang="en-US" dirty="0"/>
              <a:t> groundwater tables and soil compaction ,coordination and funding gaps</a:t>
            </a:r>
            <a:endParaRPr lang="en-US" sz="1800" dirty="0"/>
          </a:p>
          <a:p>
            <a:pPr marL="279400" indent="-279400">
              <a:spcAft>
                <a:spcPts val="1000"/>
              </a:spcAft>
              <a:buClr>
                <a:schemeClr val="accent1"/>
              </a:buClr>
              <a:buSzPct val="100000"/>
              <a:buChar char="•"/>
            </a:pPr>
            <a:r>
              <a:rPr lang="en-US" sz="1800" dirty="0">
                <a:solidFill>
                  <a:schemeClr val="tx1"/>
                </a:solidFill>
              </a:rPr>
              <a:t>Root causes behind them</a:t>
            </a:r>
          </a:p>
          <a:p>
            <a:pPr marL="279400" indent="-279400">
              <a:spcAft>
                <a:spcPts val="1000"/>
              </a:spcAft>
              <a:buClr>
                <a:schemeClr val="accent1"/>
              </a:buClr>
              <a:buSzPct val="100000"/>
              <a:buChar char="•"/>
            </a:pPr>
            <a:r>
              <a:rPr lang="en-US" dirty="0"/>
              <a:t> rapid </a:t>
            </a:r>
            <a:r>
              <a:rPr lang="en-US" dirty="0" err="1"/>
              <a:t>concretization,blocked</a:t>
            </a:r>
            <a:r>
              <a:rPr lang="en-US" dirty="0"/>
              <a:t> and chain </a:t>
            </a:r>
            <a:r>
              <a:rPr lang="en-US" dirty="0" err="1"/>
              <a:t>drains,undersized</a:t>
            </a:r>
            <a:r>
              <a:rPr lang="en-US" dirty="0"/>
              <a:t> drainage </a:t>
            </a:r>
            <a:r>
              <a:rPr lang="en-US" dirty="0" err="1"/>
              <a:t>networks,disrupted</a:t>
            </a:r>
            <a:r>
              <a:rPr lang="en-US" dirty="0"/>
              <a:t> natural </a:t>
            </a:r>
            <a:r>
              <a:rPr lang="en-US" dirty="0" err="1"/>
              <a:t>topograpghy</a:t>
            </a:r>
            <a:r>
              <a:rPr lang="en-US" dirty="0"/>
              <a:t>.</a:t>
            </a:r>
          </a:p>
          <a:p>
            <a:pPr marL="279400" indent="-279400">
              <a:spcAft>
                <a:spcPts val="1000"/>
              </a:spcAft>
              <a:buClr>
                <a:schemeClr val="accent1"/>
              </a:buClr>
              <a:buSzPct val="100000"/>
              <a:buChar char="•"/>
            </a:pPr>
            <a:r>
              <a:rPr lang="en-US" sz="1800" dirty="0"/>
              <a:t>Agricultural and rural causes: over </a:t>
            </a:r>
            <a:r>
              <a:rPr lang="en-US" sz="1800" dirty="0" err="1"/>
              <a:t>irrigation,canal</a:t>
            </a:r>
            <a:r>
              <a:rPr lang="en-US" sz="1800" dirty="0"/>
              <a:t> and reservoir </a:t>
            </a:r>
            <a:r>
              <a:rPr lang="en-US" sz="1800" dirty="0" err="1"/>
              <a:t>seepage,soil</a:t>
            </a:r>
            <a:r>
              <a:rPr lang="en-US" sz="1800" dirty="0"/>
              <a:t> </a:t>
            </a:r>
            <a:r>
              <a:rPr lang="en-US" sz="1800" dirty="0" err="1"/>
              <a:t>compaction,inadequate</a:t>
            </a:r>
            <a:r>
              <a:rPr lang="en-US" sz="1800" dirty="0"/>
              <a:t> field drainage</a:t>
            </a:r>
          </a:p>
          <a:p>
            <a:pPr marL="279400" indent="-279400">
              <a:spcAft>
                <a:spcPts val="1000"/>
              </a:spcAft>
              <a:buClr>
                <a:schemeClr val="accent1"/>
              </a:buClr>
              <a:buSzPct val="100000"/>
              <a:buChar char="•"/>
            </a:pPr>
            <a:r>
              <a:rPr lang="en-US" dirty="0"/>
              <a:t>Meteorological and geological </a:t>
            </a:r>
            <a:r>
              <a:rPr lang="en-US" dirty="0" err="1"/>
              <a:t>causes:extreme</a:t>
            </a:r>
            <a:r>
              <a:rPr lang="en-US" dirty="0"/>
              <a:t> </a:t>
            </a:r>
            <a:r>
              <a:rPr lang="en-US" dirty="0" err="1"/>
              <a:t>precipitation,natural</a:t>
            </a:r>
            <a:r>
              <a:rPr lang="en-US" dirty="0"/>
              <a:t> impervious </a:t>
            </a:r>
            <a:r>
              <a:rPr lang="en-US" dirty="0" err="1"/>
              <a:t>soils,high</a:t>
            </a:r>
            <a:r>
              <a:rPr lang="en-US" dirty="0"/>
              <a:t> regional water</a:t>
            </a:r>
            <a:endParaRPr lang="en-US" sz="1800" dirty="0"/>
          </a:p>
          <a:p>
            <a:pPr marL="279400" indent="-279400">
              <a:spcAft>
                <a:spcPts val="1000"/>
              </a:spcAft>
              <a:buClr>
                <a:schemeClr val="accent1"/>
              </a:buClr>
              <a:buSzPct val="100000"/>
              <a:buChar char="•"/>
            </a:pPr>
            <a:r>
              <a:rPr lang="en-US" sz="1800" dirty="0">
                <a:solidFill>
                  <a:schemeClr val="tx1"/>
                </a:solidFill>
              </a:rPr>
              <a:t>Consequences of leaving them unsolved</a:t>
            </a:r>
          </a:p>
          <a:p>
            <a:pPr marL="279400" indent="-279400">
              <a:spcAft>
                <a:spcPts val="1000"/>
              </a:spcAft>
              <a:buClr>
                <a:schemeClr val="accent1"/>
              </a:buClr>
              <a:buSzPct val="100000"/>
              <a:buChar char="•"/>
            </a:pPr>
            <a:r>
              <a:rPr lang="en-US" dirty="0"/>
              <a:t>Major life looses due to mismatch of drainages and at times the drainage over flows into municipal water tanks and major life looses happens due to this and this can also cause </a:t>
            </a:r>
            <a:r>
              <a:rPr lang="en-US" dirty="0" err="1"/>
              <a:t>hazourdous</a:t>
            </a:r>
            <a:r>
              <a:rPr lang="en-US" dirty="0"/>
              <a:t> other diseases </a:t>
            </a:r>
            <a:endParaRPr lang="en-US" sz="1800" dirty="0"/>
          </a:p>
        </p:txBody>
      </p:sp>
      <p:sp>
        <p:nvSpPr>
          <p:cNvPr id="25" name="Slide Number Placeholder 0"/>
          <p:cNvSpPr>
            <a:spLocks noGrp="1"/>
          </p:cNvSpPr>
          <p:nvPr>
            <p:ph type="sldNum" sz="quarter" idx="4294967295"/>
          </p:nvPr>
        </p:nvSpPr>
        <p:spPr>
          <a:xfrm>
            <a:off x="11259007" y="6409944"/>
            <a:ext cx="457200" cy="395935"/>
          </a:xfrm>
          <a:prstGeom prst="rect">
            <a:avLst/>
          </a:prstGeom>
          <a:extLst>
            <a:ext uri="{C572A759-6A51-4108-AA02-DFA0A04FC94B}">
              <ma14:wrappingTextBoxFlag xmlns="" xmlns:ma14="http://schemas.microsoft.com/office/mac/drawingml/2011/main" val="0"/>
            </a:ext>
          </a:extLst>
        </p:spPr>
        <p:txBody>
          <a:bodyPr lIns="0" tIns="0" rIns="0" bIns="0" anchor="ctr"/>
          <a:lstStyle>
            <a:lvl1pPr>
              <a:defRPr sz="1100">
                <a:solidFill>
                  <a:schemeClr val="tx2"/>
                </a:solidFill>
                <a:latin typeface="Calibri"/>
                <a:ea typeface="Calibri"/>
                <a:cs typeface="Calibri"/>
              </a:defRPr>
            </a:lvl1pPr>
          </a:lstStyle>
          <a:p>
            <a:pPr algn="ctr"/>
            <a:fld id="{F7021451-1387-4CA6-816F-3879F97B5CBC}" type="slidenum">
              <a:rPr lang="en-US" b="1"/>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7"/>
          <p:cNvSpPr>
            <a:spLocks noGrp="1"/>
          </p:cNvSpPr>
          <p:nvPr>
            <p:ph type="title" idx="108" hasCustomPrompt="1"/>
          </p:nvPr>
        </p:nvSpPr>
        <p:spPr>
          <a:xfrm>
            <a:off x="3246120" y="320040"/>
            <a:ext cx="7498080" cy="822960"/>
          </a:xfrm>
          <a:prstGeom prst="rect">
            <a:avLst/>
          </a:prstGeom>
          <a:noFill/>
          <a:ln/>
        </p:spPr>
        <p:txBody>
          <a:bodyPr wrap="square" lIns="0" tIns="0" rIns="0" bIns="0" rtlCol="0" anchor="ctr"/>
          <a:lstStyle/>
          <a:p>
            <a:pPr marL="0" indent="0" algn="ctr">
              <a:buNone/>
            </a:pPr>
            <a:r>
              <a:rPr lang="en-US" sz="2400" b="1" kern="0" spc="100" dirty="0">
                <a:solidFill>
                  <a:schemeClr val="tx2"/>
                </a:solidFill>
                <a:latin typeface="Cambria" pitchFamily="34" charset="0"/>
                <a:ea typeface="Cambria" pitchFamily="34" charset="-122"/>
                <a:cs typeface="Cambria" pitchFamily="34" charset="-120"/>
              </a:rPr>
              <a:t>EXISTING SOLUTIONS / APPROACHES</a:t>
            </a:r>
            <a:endParaRPr lang="en-US" sz="2400" dirty="0"/>
          </a:p>
        </p:txBody>
      </p:sp>
      <p:sp>
        <p:nvSpPr>
          <p:cNvPr id="3" name="Team Badge"/>
          <p:cNvSpPr/>
          <p:nvPr/>
        </p:nvSpPr>
        <p:spPr>
          <a:xfrm>
            <a:off x="457200" y="320040"/>
            <a:ext cx="2606040" cy="822960"/>
          </a:xfrm>
          <a:prstGeom prst="roundRect">
            <a:avLst>
              <a:gd name="adj" fmla="val 13333"/>
            </a:avLst>
          </a:prstGeom>
          <a:solidFill>
            <a:schemeClr val="bg1"/>
          </a:solidFill>
          <a:ln w="9525">
            <a:solidFill>
              <a:schemeClr val="accent6"/>
            </a:solidFill>
            <a:prstDash val="solid"/>
          </a:ln>
        </p:spPr>
      </p:sp>
      <p:sp>
        <p:nvSpPr>
          <p:cNvPr id="4" name="Team Icon Hex"/>
          <p:cNvSpPr/>
          <p:nvPr/>
        </p:nvSpPr>
        <p:spPr>
          <a:xfrm>
            <a:off x="603504" y="457200"/>
            <a:ext cx="630936" cy="548640"/>
          </a:xfrm>
          <a:prstGeom prst="hexagon">
            <a:avLst/>
          </a:prstGeom>
          <a:solidFill>
            <a:schemeClr val="bg2"/>
          </a:solidFill>
          <a:ln w="9525">
            <a:solidFill>
              <a:schemeClr val="accent6"/>
            </a:solidFill>
            <a:prstDash val="solid"/>
          </a:ln>
        </p:spPr>
      </p:sp>
      <p:pic>
        <p:nvPicPr>
          <p:cNvPr id="5" name="Team Icon" descr="Team icon"/>
          <p:cNvPicPr>
            <a:picLocks noChangeAspect="1"/>
          </p:cNvPicPr>
          <p:nvPr/>
        </p:nvPicPr>
        <p:blipFill>
          <a:blip r:embed="rId3"/>
          <a:stretch>
            <a:fillRect/>
          </a:stretch>
        </p:blipFill>
        <p:spPr>
          <a:xfrm>
            <a:off x="736092" y="548640"/>
            <a:ext cx="365760" cy="365760"/>
          </a:xfrm>
          <a:prstGeom prst="rect">
            <a:avLst/>
          </a:prstGeom>
        </p:spPr>
      </p:pic>
      <p:sp>
        <p:nvSpPr>
          <p:cNvPr id="6" name="Team Name"/>
          <p:cNvSpPr txBox="1"/>
          <p:nvPr/>
        </p:nvSpPr>
        <p:spPr>
          <a:xfrm>
            <a:off x="1371600" y="384048"/>
            <a:ext cx="1627632" cy="694944"/>
          </a:xfrm>
          <a:prstGeom prst="rect">
            <a:avLst/>
          </a:prstGeom>
          <a:noFill/>
          <a:ln/>
        </p:spPr>
        <p:txBody>
          <a:bodyPr wrap="square" lIns="0" tIns="0" rIns="0" bIns="0" rtlCol="0" anchor="ctr">
            <a:normAutofit/>
          </a:bodyPr>
          <a:lstStyle/>
          <a:p>
            <a:pPr marL="0" indent="0">
              <a:buNone/>
            </a:pPr>
            <a:r>
              <a:rPr lang="en-US" sz="900" b="1" kern="0" spc="300" dirty="0">
                <a:solidFill>
                  <a:schemeClr val="accent5"/>
                </a:solidFill>
              </a:rPr>
              <a:t>TEAM</a:t>
            </a:r>
            <a:endParaRPr lang="en-US" sz="900" dirty="0"/>
          </a:p>
          <a:p>
            <a:pPr marL="0" indent="0">
              <a:buNone/>
            </a:pPr>
            <a:r>
              <a:rPr lang="en-IN" sz="1500" b="1" dirty="0">
                <a:solidFill>
                  <a:schemeClr val="accent1"/>
                </a:solidFill>
              </a:rPr>
              <a:t>Srinivas </a:t>
            </a:r>
            <a:r>
              <a:rPr lang="en-IN" sz="1500" b="1" dirty="0" err="1">
                <a:solidFill>
                  <a:schemeClr val="accent1"/>
                </a:solidFill>
              </a:rPr>
              <a:t>Ramanujan</a:t>
            </a:r>
            <a:r>
              <a:rPr lang="en-IN" sz="1500" b="1" dirty="0">
                <a:solidFill>
                  <a:schemeClr val="accent1"/>
                </a:solidFill>
              </a:rPr>
              <a:t> </a:t>
            </a:r>
            <a:endParaRPr lang="en-US" sz="900" dirty="0"/>
          </a:p>
        </p:txBody>
      </p:sp>
      <p:sp>
        <p:nvSpPr>
          <p:cNvPr id="7" name="Lead Icon Hex"/>
          <p:cNvSpPr/>
          <p:nvPr/>
        </p:nvSpPr>
        <p:spPr>
          <a:xfrm>
            <a:off x="548640" y="1463040"/>
            <a:ext cx="457200" cy="395935"/>
          </a:xfrm>
          <a:prstGeom prst="hexagon">
            <a:avLst/>
          </a:prstGeom>
          <a:solidFill>
            <a:schemeClr val="accent3"/>
          </a:solidFill>
          <a:ln/>
        </p:spPr>
      </p:sp>
      <p:pic>
        <p:nvPicPr>
          <p:cNvPr id="8" name="Lead Icon" descr="Lightbulb icon"/>
          <p:cNvPicPr>
            <a:picLocks noChangeAspect="1"/>
          </p:cNvPicPr>
          <p:nvPr/>
        </p:nvPicPr>
        <p:blipFill>
          <a:blip r:embed="rId4"/>
          <a:stretch>
            <a:fillRect/>
          </a:stretch>
        </p:blipFill>
        <p:spPr>
          <a:xfrm>
            <a:off x="640080" y="1523390"/>
            <a:ext cx="274320" cy="274320"/>
          </a:xfrm>
          <a:prstGeom prst="rect">
            <a:avLst/>
          </a:prstGeom>
        </p:spPr>
      </p:pic>
      <p:sp>
        <p:nvSpPr>
          <p:cNvPr id="9" name="Lead Text"/>
          <p:cNvSpPr txBox="1"/>
          <p:nvPr/>
        </p:nvSpPr>
        <p:spPr>
          <a:xfrm>
            <a:off x="1170432" y="1417320"/>
            <a:ext cx="9601200" cy="502920"/>
          </a:xfrm>
          <a:prstGeom prst="rect">
            <a:avLst/>
          </a:prstGeom>
          <a:noFill/>
          <a:ln/>
        </p:spPr>
        <p:txBody>
          <a:bodyPr wrap="square" lIns="0" tIns="0" rIns="0" bIns="0" rtlCol="0" anchor="ctr"/>
          <a:lstStyle/>
          <a:p>
            <a:pPr marL="0" indent="0">
              <a:buNone/>
            </a:pPr>
            <a:r>
              <a:rPr lang="en-US" sz="1800" b="1" dirty="0">
                <a:solidFill>
                  <a:schemeClr val="accent2"/>
                </a:solidFill>
              </a:rPr>
              <a:t>What is already being done, and where it falls short</a:t>
            </a:r>
            <a:endParaRPr lang="en-US" sz="1800" dirty="0"/>
          </a:p>
        </p:txBody>
      </p:sp>
      <p:sp>
        <p:nvSpPr>
          <p:cNvPr id="10" name="Prompts"/>
          <p:cNvSpPr txBox="1"/>
          <p:nvPr/>
        </p:nvSpPr>
        <p:spPr>
          <a:xfrm>
            <a:off x="868680" y="2148839"/>
            <a:ext cx="10424160" cy="2788921"/>
          </a:xfrm>
          <a:prstGeom prst="rect">
            <a:avLst/>
          </a:prstGeom>
          <a:noFill/>
          <a:ln/>
        </p:spPr>
        <p:txBody>
          <a:bodyPr wrap="square" lIns="0" tIns="0" rIns="0" bIns="0" rtlCol="0" anchor="t"/>
          <a:lstStyle/>
          <a:p>
            <a:pPr marL="279400" indent="-279400">
              <a:spcAft>
                <a:spcPts val="1000"/>
              </a:spcAft>
              <a:buClr>
                <a:schemeClr val="accent1"/>
              </a:buClr>
              <a:buSzPct val="100000"/>
              <a:buChar char="•"/>
            </a:pPr>
            <a:r>
              <a:rPr lang="en-US" sz="1800" dirty="0">
                <a:solidFill>
                  <a:schemeClr val="tx1"/>
                </a:solidFill>
              </a:rPr>
              <a:t>Existing methods, systems or alternatives</a:t>
            </a:r>
          </a:p>
          <a:p>
            <a:pPr marL="279400" indent="-279400">
              <a:spcAft>
                <a:spcPts val="1000"/>
              </a:spcAft>
              <a:buClr>
                <a:schemeClr val="accent1"/>
              </a:buClr>
              <a:buSzPct val="100000"/>
              <a:buChar char="•"/>
            </a:pPr>
            <a:r>
              <a:rPr lang="en-US" dirty="0"/>
              <a:t>Currently there is no accurate method to solve this problem this issue is </a:t>
            </a:r>
            <a:r>
              <a:rPr lang="en-US" dirty="0" err="1"/>
              <a:t>nowmajorly</a:t>
            </a:r>
            <a:r>
              <a:rPr lang="en-US" dirty="0"/>
              <a:t> solved by methods of satellite remote sensing, internet of things and other small AI’s</a:t>
            </a:r>
            <a:endParaRPr lang="en-US" sz="1800" dirty="0"/>
          </a:p>
          <a:p>
            <a:pPr marL="279400" indent="-279400">
              <a:spcAft>
                <a:spcPts val="1000"/>
              </a:spcAft>
              <a:buClr>
                <a:schemeClr val="accent1"/>
              </a:buClr>
              <a:buSzPct val="100000"/>
              <a:buChar char="•"/>
            </a:pPr>
            <a:r>
              <a:rPr lang="en-US" sz="1800" dirty="0">
                <a:solidFill>
                  <a:schemeClr val="tx1"/>
                </a:solidFill>
              </a:rPr>
              <a:t>Limitations of each</a:t>
            </a:r>
          </a:p>
          <a:p>
            <a:pPr marL="279400" indent="-279400">
              <a:spcAft>
                <a:spcPts val="1000"/>
              </a:spcAft>
              <a:buClr>
                <a:schemeClr val="accent1"/>
              </a:buClr>
              <a:buSzPct val="100000"/>
              <a:buChar char="•"/>
            </a:pPr>
            <a:r>
              <a:rPr lang="en-US" dirty="0"/>
              <a:t>Since there is no accurate solving method for this problem so R&amp;D work and building required software and hardware device might be the major limitation and issue.</a:t>
            </a:r>
            <a:endParaRPr lang="en-US" sz="1800" dirty="0"/>
          </a:p>
          <a:p>
            <a:pPr marL="279400" indent="-279400">
              <a:spcAft>
                <a:spcPts val="1000"/>
              </a:spcAft>
              <a:buClr>
                <a:schemeClr val="accent1"/>
              </a:buClr>
              <a:buSzPct val="100000"/>
              <a:buChar char="•"/>
            </a:pPr>
            <a:r>
              <a:rPr lang="en-US" sz="1800" dirty="0">
                <a:solidFill>
                  <a:schemeClr val="tx1"/>
                </a:solidFill>
              </a:rPr>
              <a:t>The gap they leave open (Key Challenges) </a:t>
            </a:r>
          </a:p>
          <a:p>
            <a:pPr marL="279400" indent="-279400">
              <a:spcAft>
                <a:spcPts val="1000"/>
              </a:spcAft>
              <a:buClr>
                <a:schemeClr val="accent1"/>
              </a:buClr>
              <a:buSzPct val="100000"/>
              <a:buChar char="•"/>
            </a:pPr>
            <a:r>
              <a:rPr lang="en-US" sz="1800" dirty="0">
                <a:solidFill>
                  <a:schemeClr val="tx1"/>
                </a:solidFill>
              </a:rPr>
              <a:t>Costing and budgeting will be major key challenge and at the same time resolving this problem in given stipulated time is also a major key challenge</a:t>
            </a:r>
          </a:p>
          <a:p>
            <a:pPr marL="279400" indent="-279400">
              <a:spcAft>
                <a:spcPts val="1000"/>
              </a:spcAft>
              <a:buClr>
                <a:schemeClr val="accent1"/>
              </a:buClr>
              <a:buSzPct val="100000"/>
              <a:buChar char="•"/>
            </a:pPr>
            <a:endParaRPr lang="en-US" sz="1800" dirty="0"/>
          </a:p>
        </p:txBody>
      </p:sp>
      <p:sp>
        <p:nvSpPr>
          <p:cNvPr id="25" name="Slide Number Placeholder 0"/>
          <p:cNvSpPr>
            <a:spLocks noGrp="1"/>
          </p:cNvSpPr>
          <p:nvPr>
            <p:ph type="sldNum" sz="quarter" idx="4294967295"/>
          </p:nvPr>
        </p:nvSpPr>
        <p:spPr>
          <a:xfrm>
            <a:off x="11259007" y="6409944"/>
            <a:ext cx="457200" cy="395935"/>
          </a:xfrm>
          <a:prstGeom prst="rect">
            <a:avLst/>
          </a:prstGeom>
          <a:extLst>
            <a:ext uri="{C572A759-6A51-4108-AA02-DFA0A04FC94B}">
              <ma14:wrappingTextBoxFlag xmlns="" xmlns:ma14="http://schemas.microsoft.com/office/mac/drawingml/2011/main" val="0"/>
            </a:ext>
          </a:extLst>
        </p:spPr>
        <p:txBody>
          <a:bodyPr lIns="0" tIns="0" rIns="0" bIns="0" anchor="ctr"/>
          <a:lstStyle>
            <a:lvl1pPr>
              <a:defRPr sz="1100">
                <a:solidFill>
                  <a:schemeClr val="tx2"/>
                </a:solidFill>
                <a:latin typeface="Calibri"/>
                <a:ea typeface="Calibri"/>
                <a:cs typeface="Calibri"/>
              </a:defRPr>
            </a:lvl1pPr>
          </a:lstStyle>
          <a:p>
            <a:pPr algn="ctr"/>
            <a:fld id="{F7021451-1387-4CA6-816F-3879F97B5CBC}" type="slidenum">
              <a:rPr lang="en-US" b="1"/>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7"/>
          <p:cNvSpPr>
            <a:spLocks noGrp="1"/>
          </p:cNvSpPr>
          <p:nvPr>
            <p:ph type="title" idx="108" hasCustomPrompt="1"/>
          </p:nvPr>
        </p:nvSpPr>
        <p:spPr>
          <a:xfrm>
            <a:off x="3246120" y="320040"/>
            <a:ext cx="7498080" cy="822960"/>
          </a:xfrm>
          <a:prstGeom prst="rect">
            <a:avLst/>
          </a:prstGeom>
          <a:noFill/>
          <a:ln/>
        </p:spPr>
        <p:txBody>
          <a:bodyPr wrap="square" lIns="0" tIns="0" rIns="0" bIns="0" rtlCol="0" anchor="ctr"/>
          <a:lstStyle/>
          <a:p>
            <a:pPr marL="0" indent="0" algn="ctr">
              <a:buNone/>
            </a:pPr>
            <a:r>
              <a:rPr lang="en-US" sz="2400" b="1" kern="0" spc="100" dirty="0">
                <a:solidFill>
                  <a:schemeClr val="tx2"/>
                </a:solidFill>
                <a:latin typeface="Cambria" pitchFamily="34" charset="0"/>
                <a:ea typeface="Cambria" pitchFamily="34" charset="-122"/>
                <a:cs typeface="Cambria" pitchFamily="34" charset="-120"/>
              </a:rPr>
              <a:t>PROBLEM INSIGHTS &amp; OPPORTUNITY AREAS</a:t>
            </a:r>
            <a:endParaRPr lang="en-US" sz="2400" dirty="0"/>
          </a:p>
        </p:txBody>
      </p:sp>
      <p:sp>
        <p:nvSpPr>
          <p:cNvPr id="3" name="Team Badge"/>
          <p:cNvSpPr/>
          <p:nvPr/>
        </p:nvSpPr>
        <p:spPr>
          <a:xfrm>
            <a:off x="457200" y="320040"/>
            <a:ext cx="2606040" cy="822960"/>
          </a:xfrm>
          <a:prstGeom prst="roundRect">
            <a:avLst>
              <a:gd name="adj" fmla="val 13333"/>
            </a:avLst>
          </a:prstGeom>
          <a:solidFill>
            <a:schemeClr val="bg1"/>
          </a:solidFill>
          <a:ln w="9525">
            <a:solidFill>
              <a:schemeClr val="accent6"/>
            </a:solidFill>
            <a:prstDash val="solid"/>
          </a:ln>
        </p:spPr>
      </p:sp>
      <p:sp>
        <p:nvSpPr>
          <p:cNvPr id="4" name="Team Icon Hex"/>
          <p:cNvSpPr/>
          <p:nvPr/>
        </p:nvSpPr>
        <p:spPr>
          <a:xfrm>
            <a:off x="603504" y="457200"/>
            <a:ext cx="630936" cy="548640"/>
          </a:xfrm>
          <a:prstGeom prst="hexagon">
            <a:avLst/>
          </a:prstGeom>
          <a:solidFill>
            <a:schemeClr val="bg2"/>
          </a:solidFill>
          <a:ln w="9525">
            <a:solidFill>
              <a:schemeClr val="accent6"/>
            </a:solidFill>
            <a:prstDash val="solid"/>
          </a:ln>
        </p:spPr>
      </p:sp>
      <p:pic>
        <p:nvPicPr>
          <p:cNvPr id="5" name="Team Icon" descr="Team icon"/>
          <p:cNvPicPr>
            <a:picLocks noChangeAspect="1"/>
          </p:cNvPicPr>
          <p:nvPr/>
        </p:nvPicPr>
        <p:blipFill>
          <a:blip r:embed="rId3"/>
          <a:stretch>
            <a:fillRect/>
          </a:stretch>
        </p:blipFill>
        <p:spPr>
          <a:xfrm>
            <a:off x="736092" y="548640"/>
            <a:ext cx="365760" cy="365760"/>
          </a:xfrm>
          <a:prstGeom prst="rect">
            <a:avLst/>
          </a:prstGeom>
        </p:spPr>
      </p:pic>
      <p:sp>
        <p:nvSpPr>
          <p:cNvPr id="6" name="Team Name"/>
          <p:cNvSpPr txBox="1"/>
          <p:nvPr/>
        </p:nvSpPr>
        <p:spPr>
          <a:xfrm>
            <a:off x="1371600" y="384048"/>
            <a:ext cx="1627632" cy="694944"/>
          </a:xfrm>
          <a:prstGeom prst="rect">
            <a:avLst/>
          </a:prstGeom>
          <a:noFill/>
          <a:ln/>
        </p:spPr>
        <p:txBody>
          <a:bodyPr wrap="square" lIns="0" tIns="0" rIns="0" bIns="0" rtlCol="0" anchor="ctr">
            <a:normAutofit/>
          </a:bodyPr>
          <a:lstStyle/>
          <a:p>
            <a:pPr marL="0" indent="0">
              <a:buNone/>
            </a:pPr>
            <a:r>
              <a:rPr lang="en-IN" sz="900" dirty="0"/>
              <a:t>Team name</a:t>
            </a:r>
          </a:p>
          <a:p>
            <a:pPr marL="0" indent="0">
              <a:buNone/>
            </a:pPr>
            <a:r>
              <a:rPr lang="en-IN" sz="900" dirty="0"/>
              <a:t>Srinivas </a:t>
            </a:r>
            <a:r>
              <a:rPr lang="en-IN" sz="900" dirty="0" err="1"/>
              <a:t>Ramanujan</a:t>
            </a:r>
            <a:r>
              <a:rPr lang="en-IN" sz="900" dirty="0"/>
              <a:t> </a:t>
            </a:r>
            <a:endParaRPr lang="en-US" sz="900" dirty="0"/>
          </a:p>
        </p:txBody>
      </p:sp>
      <p:sp>
        <p:nvSpPr>
          <p:cNvPr id="7" name="Lead Icon Hex"/>
          <p:cNvSpPr/>
          <p:nvPr/>
        </p:nvSpPr>
        <p:spPr>
          <a:xfrm>
            <a:off x="548640" y="1463040"/>
            <a:ext cx="457200" cy="395935"/>
          </a:xfrm>
          <a:prstGeom prst="hexagon">
            <a:avLst/>
          </a:prstGeom>
          <a:solidFill>
            <a:schemeClr val="accent3"/>
          </a:solidFill>
          <a:ln/>
        </p:spPr>
      </p:sp>
      <p:pic>
        <p:nvPicPr>
          <p:cNvPr id="8" name="Lead Icon" descr="Lightbulb icon"/>
          <p:cNvPicPr>
            <a:picLocks noChangeAspect="1"/>
          </p:cNvPicPr>
          <p:nvPr/>
        </p:nvPicPr>
        <p:blipFill>
          <a:blip r:embed="rId4"/>
          <a:stretch>
            <a:fillRect/>
          </a:stretch>
        </p:blipFill>
        <p:spPr>
          <a:xfrm>
            <a:off x="640080" y="1523390"/>
            <a:ext cx="274320" cy="274320"/>
          </a:xfrm>
          <a:prstGeom prst="rect">
            <a:avLst/>
          </a:prstGeom>
        </p:spPr>
      </p:pic>
      <p:sp>
        <p:nvSpPr>
          <p:cNvPr id="9" name="Lead Text"/>
          <p:cNvSpPr txBox="1"/>
          <p:nvPr/>
        </p:nvSpPr>
        <p:spPr>
          <a:xfrm>
            <a:off x="1170432" y="1417320"/>
            <a:ext cx="9601200" cy="502920"/>
          </a:xfrm>
          <a:prstGeom prst="rect">
            <a:avLst/>
          </a:prstGeom>
          <a:noFill/>
          <a:ln/>
        </p:spPr>
        <p:txBody>
          <a:bodyPr wrap="square" lIns="0" tIns="0" rIns="0" bIns="0" rtlCol="0" anchor="ctr"/>
          <a:lstStyle/>
          <a:p>
            <a:pPr marL="0" indent="0">
              <a:buNone/>
            </a:pPr>
            <a:r>
              <a:rPr lang="en-US" sz="1800" b="1" dirty="0">
                <a:solidFill>
                  <a:schemeClr val="accent2"/>
                </a:solidFill>
              </a:rPr>
              <a:t>Resources required to solve the problem</a:t>
            </a:r>
            <a:endParaRPr lang="en-US" sz="1800" dirty="0"/>
          </a:p>
        </p:txBody>
      </p:sp>
      <p:sp>
        <p:nvSpPr>
          <p:cNvPr id="10" name="Prompts"/>
          <p:cNvSpPr txBox="1"/>
          <p:nvPr/>
        </p:nvSpPr>
        <p:spPr>
          <a:xfrm>
            <a:off x="868680" y="2148840"/>
            <a:ext cx="10424160" cy="3947160"/>
          </a:xfrm>
          <a:prstGeom prst="rect">
            <a:avLst/>
          </a:prstGeom>
          <a:noFill/>
          <a:ln/>
        </p:spPr>
        <p:txBody>
          <a:bodyPr wrap="square" lIns="0" tIns="0" rIns="0" bIns="0" rtlCol="0" anchor="t"/>
          <a:lstStyle/>
          <a:p>
            <a:pPr marL="279400" indent="-279400">
              <a:spcAft>
                <a:spcPts val="1000"/>
              </a:spcAft>
              <a:buClr>
                <a:schemeClr val="accent1"/>
              </a:buClr>
              <a:buSzPct val="100000"/>
              <a:buChar char="•"/>
            </a:pPr>
            <a:r>
              <a:rPr lang="en-US" sz="1800" dirty="0">
                <a:solidFill>
                  <a:schemeClr val="tx1"/>
                </a:solidFill>
              </a:rPr>
              <a:t>Hardware Requirements:</a:t>
            </a:r>
          </a:p>
          <a:p>
            <a:pPr marL="279400" indent="-279400">
              <a:spcAft>
                <a:spcPts val="1000"/>
              </a:spcAft>
              <a:buClr>
                <a:schemeClr val="accent1"/>
              </a:buClr>
              <a:buSzPct val="100000"/>
              <a:buChar char="•"/>
            </a:pPr>
            <a:r>
              <a:rPr lang="en-US" dirty="0"/>
              <a:t>Machines like </a:t>
            </a:r>
            <a:r>
              <a:rPr lang="en-US" dirty="0" err="1"/>
              <a:t>Tss</a:t>
            </a:r>
            <a:r>
              <a:rPr lang="en-US" dirty="0"/>
              <a:t> or machines which can detect heavy waterflow , heavy </a:t>
            </a:r>
            <a:r>
              <a:rPr lang="en-US" dirty="0" err="1"/>
              <a:t>insloublity</a:t>
            </a:r>
            <a:r>
              <a:rPr lang="en-US" dirty="0"/>
              <a:t> and heavy dirt detecting sensors</a:t>
            </a:r>
            <a:endParaRPr lang="en-US" sz="1800" dirty="0"/>
          </a:p>
          <a:p>
            <a:pPr marL="279400" indent="-279400">
              <a:spcAft>
                <a:spcPts val="1000"/>
              </a:spcAft>
              <a:buClr>
                <a:schemeClr val="accent1"/>
              </a:buClr>
              <a:buSzPct val="100000"/>
              <a:buChar char="•"/>
            </a:pPr>
            <a:r>
              <a:rPr lang="en-US" sz="1800" dirty="0">
                <a:solidFill>
                  <a:schemeClr val="tx1"/>
                </a:solidFill>
              </a:rPr>
              <a:t>Software Requirements: an app which can send the data of detection of waterlogged area to both the user and government for further cleaning it manually.it needs software helps from developing language like </a:t>
            </a:r>
            <a:r>
              <a:rPr lang="en-US" sz="1800" dirty="0" err="1">
                <a:solidFill>
                  <a:schemeClr val="tx1"/>
                </a:solidFill>
              </a:rPr>
              <a:t>javascript,css</a:t>
            </a:r>
            <a:r>
              <a:rPr lang="en-US" dirty="0" err="1"/>
              <a:t>,html</a:t>
            </a:r>
            <a:r>
              <a:rPr lang="en-US" dirty="0"/>
              <a:t> and for Indian regions specifically we need data from servers of </a:t>
            </a:r>
            <a:r>
              <a:rPr lang="en-US" dirty="0" err="1"/>
              <a:t>mappls</a:t>
            </a:r>
            <a:r>
              <a:rPr lang="en-US" dirty="0"/>
              <a:t> and geospatial resources of ISRO for faster detection of the problem.</a:t>
            </a:r>
            <a:endParaRPr lang="en-US" sz="1800" dirty="0"/>
          </a:p>
          <a:p>
            <a:pPr marL="279400" indent="-279400">
              <a:spcAft>
                <a:spcPts val="1000"/>
              </a:spcAft>
              <a:buClr>
                <a:schemeClr val="accent1"/>
              </a:buClr>
              <a:buSzPct val="100000"/>
              <a:buChar char="•"/>
            </a:pPr>
            <a:r>
              <a:rPr lang="en-US" sz="1800" dirty="0">
                <a:solidFill>
                  <a:schemeClr val="tx1"/>
                </a:solidFill>
              </a:rPr>
              <a:t>Other resources (Including Human Resources)</a:t>
            </a:r>
          </a:p>
          <a:p>
            <a:pPr marL="279400" indent="-279400">
              <a:spcAft>
                <a:spcPts val="1000"/>
              </a:spcAft>
              <a:buClr>
                <a:schemeClr val="accent1"/>
              </a:buClr>
              <a:buSzPct val="100000"/>
              <a:buChar char="•"/>
            </a:pPr>
            <a:r>
              <a:rPr lang="en-US" dirty="0"/>
              <a:t>We need local support of the affected area and manual </a:t>
            </a:r>
            <a:r>
              <a:rPr lang="en-US" dirty="0" err="1"/>
              <a:t>labour</a:t>
            </a:r>
            <a:r>
              <a:rPr lang="en-US" dirty="0"/>
              <a:t> for cleaning the affected area and support from both local municipality and affected members for solving the problem quickly and </a:t>
            </a:r>
            <a:r>
              <a:rPr lang="en-US" dirty="0" err="1"/>
              <a:t>coorectly</a:t>
            </a:r>
            <a:r>
              <a:rPr lang="en-US" dirty="0"/>
              <a:t>.</a:t>
            </a:r>
            <a:endParaRPr lang="en-US" sz="1800" dirty="0">
              <a:solidFill>
                <a:schemeClr val="tx1"/>
              </a:solidFill>
            </a:endParaRPr>
          </a:p>
          <a:p>
            <a:pPr marL="279400" indent="-279400">
              <a:spcAft>
                <a:spcPts val="1000"/>
              </a:spcAft>
              <a:buClr>
                <a:schemeClr val="accent1"/>
              </a:buClr>
              <a:buSzPct val="100000"/>
              <a:buChar char="•"/>
            </a:pPr>
            <a:endParaRPr lang="en-US" sz="1800" dirty="0"/>
          </a:p>
        </p:txBody>
      </p:sp>
      <p:sp>
        <p:nvSpPr>
          <p:cNvPr id="25" name="Slide Number Placeholder 0"/>
          <p:cNvSpPr>
            <a:spLocks noGrp="1"/>
          </p:cNvSpPr>
          <p:nvPr>
            <p:ph type="sldNum" sz="quarter" idx="4294967295"/>
          </p:nvPr>
        </p:nvSpPr>
        <p:spPr>
          <a:xfrm>
            <a:off x="11259007" y="6409944"/>
            <a:ext cx="457200" cy="395935"/>
          </a:xfrm>
          <a:prstGeom prst="rect">
            <a:avLst/>
          </a:prstGeom>
          <a:extLst>
            <a:ext uri="{C572A759-6A51-4108-AA02-DFA0A04FC94B}">
              <ma14:wrappingTextBoxFlag xmlns="" xmlns:ma14="http://schemas.microsoft.com/office/mac/drawingml/2011/main" val="0"/>
            </a:ext>
          </a:extLst>
        </p:spPr>
        <p:txBody>
          <a:bodyPr lIns="0" tIns="0" rIns="0" bIns="0" anchor="ctr"/>
          <a:lstStyle>
            <a:lvl1pPr>
              <a:defRPr sz="1100">
                <a:solidFill>
                  <a:schemeClr val="tx2"/>
                </a:solidFill>
                <a:latin typeface="Calibri"/>
                <a:ea typeface="Calibri"/>
                <a:cs typeface="Calibri"/>
              </a:defRPr>
            </a:lvl1pPr>
          </a:lstStyle>
          <a:p>
            <a:pPr algn="ctr"/>
            <a:fld id="{F7021451-1387-4CA6-816F-3879F97B5CBC}" type="slidenum">
              <a:rPr lang="en-US" b="1"/>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7"/>
          <p:cNvSpPr>
            <a:spLocks noGrp="1"/>
          </p:cNvSpPr>
          <p:nvPr>
            <p:ph type="title" idx="108" hasCustomPrompt="1"/>
          </p:nvPr>
        </p:nvSpPr>
        <p:spPr>
          <a:xfrm>
            <a:off x="3246120" y="320040"/>
            <a:ext cx="7498080" cy="822960"/>
          </a:xfrm>
          <a:prstGeom prst="rect">
            <a:avLst/>
          </a:prstGeom>
          <a:noFill/>
          <a:ln/>
        </p:spPr>
        <p:txBody>
          <a:bodyPr wrap="square" lIns="0" tIns="0" rIns="0" bIns="0" rtlCol="0" anchor="ctr"/>
          <a:lstStyle/>
          <a:p>
            <a:pPr marL="0" indent="0" algn="ctr">
              <a:buNone/>
            </a:pPr>
            <a:r>
              <a:rPr lang="en-US" sz="2400" b="1" kern="0" spc="100" dirty="0">
                <a:solidFill>
                  <a:schemeClr val="tx2"/>
                </a:solidFill>
                <a:latin typeface="Cambria" pitchFamily="34" charset="0"/>
                <a:ea typeface="Cambria" pitchFamily="34" charset="-122"/>
                <a:cs typeface="Cambria" pitchFamily="34" charset="-120"/>
              </a:rPr>
              <a:t>INITIAL DIRECTION &amp; EXPECTED OUTCOME</a:t>
            </a:r>
            <a:endParaRPr lang="en-US" sz="2400" dirty="0"/>
          </a:p>
        </p:txBody>
      </p:sp>
      <p:sp>
        <p:nvSpPr>
          <p:cNvPr id="3" name="Team Badge"/>
          <p:cNvSpPr/>
          <p:nvPr/>
        </p:nvSpPr>
        <p:spPr>
          <a:xfrm>
            <a:off x="457200" y="320040"/>
            <a:ext cx="2606040" cy="822960"/>
          </a:xfrm>
          <a:prstGeom prst="roundRect">
            <a:avLst>
              <a:gd name="adj" fmla="val 13333"/>
            </a:avLst>
          </a:prstGeom>
          <a:solidFill>
            <a:schemeClr val="bg1"/>
          </a:solidFill>
          <a:ln w="9525">
            <a:solidFill>
              <a:schemeClr val="accent6"/>
            </a:solidFill>
            <a:prstDash val="solid"/>
          </a:ln>
        </p:spPr>
      </p:sp>
      <p:sp>
        <p:nvSpPr>
          <p:cNvPr id="4" name="Team Icon Hex"/>
          <p:cNvSpPr/>
          <p:nvPr/>
        </p:nvSpPr>
        <p:spPr>
          <a:xfrm>
            <a:off x="603504" y="457200"/>
            <a:ext cx="630936" cy="548640"/>
          </a:xfrm>
          <a:prstGeom prst="hexagon">
            <a:avLst/>
          </a:prstGeom>
          <a:solidFill>
            <a:schemeClr val="bg2"/>
          </a:solidFill>
          <a:ln w="9525">
            <a:solidFill>
              <a:schemeClr val="accent6"/>
            </a:solidFill>
            <a:prstDash val="solid"/>
          </a:ln>
        </p:spPr>
      </p:sp>
      <p:pic>
        <p:nvPicPr>
          <p:cNvPr id="5" name="Team Icon" descr="Team icon"/>
          <p:cNvPicPr>
            <a:picLocks noChangeAspect="1"/>
          </p:cNvPicPr>
          <p:nvPr/>
        </p:nvPicPr>
        <p:blipFill>
          <a:blip r:embed="rId3"/>
          <a:stretch>
            <a:fillRect/>
          </a:stretch>
        </p:blipFill>
        <p:spPr>
          <a:xfrm>
            <a:off x="736092" y="548640"/>
            <a:ext cx="365760" cy="365760"/>
          </a:xfrm>
          <a:prstGeom prst="rect">
            <a:avLst/>
          </a:prstGeom>
        </p:spPr>
      </p:pic>
      <p:sp>
        <p:nvSpPr>
          <p:cNvPr id="6" name="Team Name"/>
          <p:cNvSpPr txBox="1"/>
          <p:nvPr/>
        </p:nvSpPr>
        <p:spPr>
          <a:xfrm>
            <a:off x="1371600" y="384048"/>
            <a:ext cx="1627632" cy="694944"/>
          </a:xfrm>
          <a:prstGeom prst="rect">
            <a:avLst/>
          </a:prstGeom>
          <a:noFill/>
          <a:ln/>
        </p:spPr>
        <p:txBody>
          <a:bodyPr wrap="square" lIns="0" tIns="0" rIns="0" bIns="0" rtlCol="0" anchor="ctr">
            <a:normAutofit/>
          </a:bodyPr>
          <a:lstStyle/>
          <a:p>
            <a:pPr marL="0" indent="0">
              <a:buNone/>
            </a:pPr>
            <a:r>
              <a:rPr lang="en-US" sz="900" b="1" kern="0" spc="300" dirty="0">
                <a:solidFill>
                  <a:schemeClr val="accent5"/>
                </a:solidFill>
              </a:rPr>
              <a:t>TEAM</a:t>
            </a:r>
            <a:endParaRPr lang="en-US" sz="900" dirty="0"/>
          </a:p>
          <a:p>
            <a:pPr marL="0" indent="0">
              <a:buNone/>
            </a:pPr>
            <a:r>
              <a:rPr lang="en-IN" sz="1500" b="1" dirty="0">
                <a:solidFill>
                  <a:schemeClr val="accent1"/>
                </a:solidFill>
              </a:rPr>
              <a:t>Srinivas </a:t>
            </a:r>
            <a:r>
              <a:rPr lang="en-IN" sz="1500" b="1" dirty="0" err="1">
                <a:solidFill>
                  <a:schemeClr val="accent1"/>
                </a:solidFill>
              </a:rPr>
              <a:t>Ramanujan</a:t>
            </a:r>
            <a:r>
              <a:rPr lang="en-IN" sz="1500" b="1" dirty="0">
                <a:solidFill>
                  <a:schemeClr val="accent1"/>
                </a:solidFill>
              </a:rPr>
              <a:t> </a:t>
            </a:r>
            <a:endParaRPr lang="en-US" sz="900" dirty="0"/>
          </a:p>
        </p:txBody>
      </p:sp>
      <p:sp>
        <p:nvSpPr>
          <p:cNvPr id="7" name="Lead Icon Hex"/>
          <p:cNvSpPr/>
          <p:nvPr/>
        </p:nvSpPr>
        <p:spPr>
          <a:xfrm>
            <a:off x="548640" y="1463040"/>
            <a:ext cx="457200" cy="395935"/>
          </a:xfrm>
          <a:prstGeom prst="hexagon">
            <a:avLst/>
          </a:prstGeom>
          <a:solidFill>
            <a:schemeClr val="accent3"/>
          </a:solidFill>
          <a:ln/>
        </p:spPr>
      </p:sp>
      <p:pic>
        <p:nvPicPr>
          <p:cNvPr id="8" name="Lead Icon" descr="Lightbulb icon"/>
          <p:cNvPicPr>
            <a:picLocks noChangeAspect="1"/>
          </p:cNvPicPr>
          <p:nvPr/>
        </p:nvPicPr>
        <p:blipFill>
          <a:blip r:embed="rId4"/>
          <a:stretch>
            <a:fillRect/>
          </a:stretch>
        </p:blipFill>
        <p:spPr>
          <a:xfrm>
            <a:off x="640080" y="1523390"/>
            <a:ext cx="274320" cy="274320"/>
          </a:xfrm>
          <a:prstGeom prst="rect">
            <a:avLst/>
          </a:prstGeom>
        </p:spPr>
      </p:pic>
      <p:sp>
        <p:nvSpPr>
          <p:cNvPr id="9" name="Lead Text"/>
          <p:cNvSpPr txBox="1"/>
          <p:nvPr/>
        </p:nvSpPr>
        <p:spPr>
          <a:xfrm>
            <a:off x="1170432" y="1417320"/>
            <a:ext cx="9601200" cy="502920"/>
          </a:xfrm>
          <a:prstGeom prst="rect">
            <a:avLst/>
          </a:prstGeom>
          <a:noFill/>
          <a:ln/>
        </p:spPr>
        <p:txBody>
          <a:bodyPr wrap="square" lIns="0" tIns="0" rIns="0" bIns="0" rtlCol="0" anchor="ctr"/>
          <a:lstStyle/>
          <a:p>
            <a:pPr marL="0" indent="0">
              <a:buNone/>
            </a:pPr>
            <a:r>
              <a:rPr lang="en-US" sz="1800" b="1" dirty="0">
                <a:solidFill>
                  <a:schemeClr val="accent2"/>
                </a:solidFill>
              </a:rPr>
              <a:t>What Is Your Expected Outcome?</a:t>
            </a:r>
            <a:endParaRPr lang="en-US" sz="1800" dirty="0"/>
          </a:p>
        </p:txBody>
      </p:sp>
      <p:sp>
        <p:nvSpPr>
          <p:cNvPr id="10" name="Prompts"/>
          <p:cNvSpPr txBox="1"/>
          <p:nvPr/>
        </p:nvSpPr>
        <p:spPr>
          <a:xfrm>
            <a:off x="868680" y="2148840"/>
            <a:ext cx="10424160" cy="1645920"/>
          </a:xfrm>
          <a:prstGeom prst="rect">
            <a:avLst/>
          </a:prstGeom>
          <a:noFill/>
          <a:ln/>
        </p:spPr>
        <p:txBody>
          <a:bodyPr wrap="square" lIns="0" tIns="0" rIns="0" bIns="0" rtlCol="0" anchor="t"/>
          <a:lstStyle/>
          <a:p>
            <a:pPr marL="279400" indent="-279400">
              <a:spcAft>
                <a:spcPts val="1000"/>
              </a:spcAft>
              <a:buClr>
                <a:schemeClr val="accent1"/>
              </a:buClr>
              <a:buSzPct val="100000"/>
              <a:buChar char="•"/>
            </a:pPr>
            <a:r>
              <a:rPr lang="en-US" sz="1800" dirty="0">
                <a:solidFill>
                  <a:schemeClr val="tx1"/>
                </a:solidFill>
              </a:rPr>
              <a:t>What your team intends to do</a:t>
            </a:r>
          </a:p>
          <a:p>
            <a:pPr marL="279400" indent="-279400">
              <a:spcAft>
                <a:spcPts val="1000"/>
              </a:spcAft>
              <a:buClr>
                <a:schemeClr val="accent1"/>
              </a:buClr>
              <a:buSzPct val="100000"/>
              <a:buChar char="•"/>
            </a:pPr>
            <a:r>
              <a:rPr lang="en-US" dirty="0"/>
              <a:t>To clear </a:t>
            </a:r>
            <a:r>
              <a:rPr lang="en-US" dirty="0" err="1"/>
              <a:t>waterloging</a:t>
            </a:r>
            <a:r>
              <a:rPr lang="en-US" dirty="0"/>
              <a:t> issues by our app built through our software and hardware device developed and update the issue to local municipality and government to solve the issue manually by clearing the waterlog </a:t>
            </a:r>
            <a:endParaRPr lang="en-US" sz="1800" dirty="0"/>
          </a:p>
          <a:p>
            <a:pPr marL="279400" indent="-279400">
              <a:spcAft>
                <a:spcPts val="1000"/>
              </a:spcAft>
              <a:buClr>
                <a:schemeClr val="accent1"/>
              </a:buClr>
              <a:buSzPct val="100000"/>
              <a:buChar char="•"/>
            </a:pPr>
            <a:r>
              <a:rPr lang="en-US" sz="1800" dirty="0">
                <a:solidFill>
                  <a:schemeClr val="tx1"/>
                </a:solidFill>
              </a:rPr>
              <a:t>What you want to improve</a:t>
            </a:r>
          </a:p>
          <a:p>
            <a:pPr marL="279400" indent="-279400">
              <a:spcAft>
                <a:spcPts val="1000"/>
              </a:spcAft>
              <a:buClr>
                <a:schemeClr val="accent1"/>
              </a:buClr>
              <a:buSzPct val="100000"/>
              <a:buChar char="•"/>
            </a:pPr>
            <a:r>
              <a:rPr lang="en-US" dirty="0"/>
              <a:t>A better sewage and drainage system </a:t>
            </a:r>
            <a:endParaRPr lang="en-US" sz="1800" dirty="0"/>
          </a:p>
          <a:p>
            <a:pPr marL="279400" indent="-279400">
              <a:spcAft>
                <a:spcPts val="1000"/>
              </a:spcAft>
              <a:buClr>
                <a:schemeClr val="accent1"/>
              </a:buClr>
              <a:buSzPct val="100000"/>
              <a:buChar char="•"/>
            </a:pPr>
            <a:r>
              <a:rPr lang="en-US" sz="1800" dirty="0">
                <a:solidFill>
                  <a:schemeClr val="tx1"/>
                </a:solidFill>
              </a:rPr>
              <a:t>What successful improvement should you achieve</a:t>
            </a:r>
          </a:p>
          <a:p>
            <a:pPr marL="279400" indent="-279400">
              <a:spcAft>
                <a:spcPts val="1000"/>
              </a:spcAft>
              <a:buClr>
                <a:schemeClr val="accent1"/>
              </a:buClr>
              <a:buSzPct val="100000"/>
              <a:buChar char="•"/>
            </a:pPr>
            <a:r>
              <a:rPr lang="en-US" dirty="0"/>
              <a:t>Reduce </a:t>
            </a:r>
            <a:r>
              <a:rPr lang="en-US" dirty="0" err="1"/>
              <a:t>reccuring</a:t>
            </a:r>
            <a:r>
              <a:rPr lang="en-US" dirty="0"/>
              <a:t> </a:t>
            </a:r>
            <a:r>
              <a:rPr lang="en-US" dirty="0" err="1"/>
              <a:t>waterlogging,improve</a:t>
            </a:r>
            <a:r>
              <a:rPr lang="en-US" dirty="0"/>
              <a:t> drainage </a:t>
            </a:r>
            <a:r>
              <a:rPr lang="en-US" dirty="0" err="1"/>
              <a:t>maintenance,and</a:t>
            </a:r>
            <a:r>
              <a:rPr lang="en-US" dirty="0"/>
              <a:t> enable safer travel through real-time risk alerts and alternative routes</a:t>
            </a:r>
            <a:endParaRPr lang="en-US" sz="1800" dirty="0"/>
          </a:p>
        </p:txBody>
      </p:sp>
      <p:sp>
        <p:nvSpPr>
          <p:cNvPr id="25" name="Slide Number Placeholder 0"/>
          <p:cNvSpPr>
            <a:spLocks noGrp="1"/>
          </p:cNvSpPr>
          <p:nvPr>
            <p:ph type="sldNum" sz="quarter" idx="4294967295"/>
          </p:nvPr>
        </p:nvSpPr>
        <p:spPr>
          <a:xfrm>
            <a:off x="11259007" y="6409944"/>
            <a:ext cx="457200" cy="395935"/>
          </a:xfrm>
          <a:prstGeom prst="rect">
            <a:avLst/>
          </a:prstGeom>
          <a:extLst>
            <a:ext uri="{C572A759-6A51-4108-AA02-DFA0A04FC94B}">
              <ma14:wrappingTextBoxFlag xmlns="" xmlns:ma14="http://schemas.microsoft.com/office/mac/drawingml/2011/main" val="0"/>
            </a:ext>
          </a:extLst>
        </p:spPr>
        <p:txBody>
          <a:bodyPr lIns="0" tIns="0" rIns="0" bIns="0" anchor="ctr"/>
          <a:lstStyle>
            <a:lvl1pPr>
              <a:defRPr sz="1100">
                <a:solidFill>
                  <a:schemeClr val="tx2"/>
                </a:solidFill>
                <a:latin typeface="Calibri"/>
                <a:ea typeface="Calibri"/>
                <a:cs typeface="Calibri"/>
              </a:defRPr>
            </a:lvl1pPr>
          </a:lstStyle>
          <a:p>
            <a:pPr algn="ctr"/>
            <a:fld id="{F7021451-1387-4CA6-816F-3879F97B5CBC}" type="slidenum">
              <a:rPr lang="en-US" b="1"/>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7"/>
          <p:cNvSpPr>
            <a:spLocks noGrp="1"/>
          </p:cNvSpPr>
          <p:nvPr>
            <p:ph type="title" idx="108" hasCustomPrompt="1"/>
          </p:nvPr>
        </p:nvSpPr>
        <p:spPr>
          <a:xfrm>
            <a:off x="3246120" y="320040"/>
            <a:ext cx="7498080" cy="822960"/>
          </a:xfrm>
          <a:prstGeom prst="rect">
            <a:avLst/>
          </a:prstGeom>
          <a:noFill/>
          <a:ln/>
        </p:spPr>
        <p:txBody>
          <a:bodyPr wrap="square" lIns="0" tIns="0" rIns="0" bIns="0" rtlCol="0" anchor="ctr"/>
          <a:lstStyle/>
          <a:p>
            <a:pPr marL="0" indent="0" algn="ctr">
              <a:buNone/>
            </a:pPr>
            <a:r>
              <a:rPr lang="en-US" sz="2400" b="1" kern="0" spc="100" dirty="0">
                <a:solidFill>
                  <a:schemeClr val="tx2"/>
                </a:solidFill>
                <a:latin typeface="Cambria" pitchFamily="34" charset="0"/>
                <a:ea typeface="Cambria" pitchFamily="34" charset="-122"/>
                <a:cs typeface="Cambria" pitchFamily="34" charset="-120"/>
              </a:rPr>
              <a:t>TEAM CONTRIBUTION</a:t>
            </a:r>
            <a:endParaRPr lang="en-US" sz="2400" dirty="0"/>
          </a:p>
        </p:txBody>
      </p:sp>
      <p:sp>
        <p:nvSpPr>
          <p:cNvPr id="3" name="Team Badge"/>
          <p:cNvSpPr/>
          <p:nvPr/>
        </p:nvSpPr>
        <p:spPr>
          <a:xfrm>
            <a:off x="457200" y="320040"/>
            <a:ext cx="2606040" cy="822960"/>
          </a:xfrm>
          <a:prstGeom prst="roundRect">
            <a:avLst>
              <a:gd name="adj" fmla="val 13333"/>
            </a:avLst>
          </a:prstGeom>
          <a:solidFill>
            <a:schemeClr val="bg1"/>
          </a:solidFill>
          <a:ln w="9525">
            <a:solidFill>
              <a:schemeClr val="accent6"/>
            </a:solidFill>
            <a:prstDash val="solid"/>
          </a:ln>
        </p:spPr>
      </p:sp>
      <p:sp>
        <p:nvSpPr>
          <p:cNvPr id="4" name="Team Icon Hex"/>
          <p:cNvSpPr/>
          <p:nvPr/>
        </p:nvSpPr>
        <p:spPr>
          <a:xfrm>
            <a:off x="603504" y="457200"/>
            <a:ext cx="630936" cy="548640"/>
          </a:xfrm>
          <a:prstGeom prst="hexagon">
            <a:avLst/>
          </a:prstGeom>
          <a:solidFill>
            <a:schemeClr val="bg2"/>
          </a:solidFill>
          <a:ln w="9525">
            <a:solidFill>
              <a:schemeClr val="accent6"/>
            </a:solidFill>
            <a:prstDash val="solid"/>
          </a:ln>
        </p:spPr>
      </p:sp>
      <p:pic>
        <p:nvPicPr>
          <p:cNvPr id="5" name="Team Icon" descr="Team icon"/>
          <p:cNvPicPr>
            <a:picLocks noChangeAspect="1"/>
          </p:cNvPicPr>
          <p:nvPr/>
        </p:nvPicPr>
        <p:blipFill>
          <a:blip r:embed="rId3"/>
          <a:stretch>
            <a:fillRect/>
          </a:stretch>
        </p:blipFill>
        <p:spPr>
          <a:xfrm>
            <a:off x="736092" y="548640"/>
            <a:ext cx="365760" cy="365760"/>
          </a:xfrm>
          <a:prstGeom prst="rect">
            <a:avLst/>
          </a:prstGeom>
        </p:spPr>
      </p:pic>
      <p:sp>
        <p:nvSpPr>
          <p:cNvPr id="6" name="Team Name"/>
          <p:cNvSpPr txBox="1"/>
          <p:nvPr/>
        </p:nvSpPr>
        <p:spPr>
          <a:xfrm>
            <a:off x="1371600" y="384048"/>
            <a:ext cx="1627632" cy="694944"/>
          </a:xfrm>
          <a:prstGeom prst="rect">
            <a:avLst/>
          </a:prstGeom>
          <a:noFill/>
          <a:ln/>
        </p:spPr>
        <p:txBody>
          <a:bodyPr wrap="square" lIns="0" tIns="0" rIns="0" bIns="0" rtlCol="0" anchor="ctr">
            <a:normAutofit/>
          </a:bodyPr>
          <a:lstStyle/>
          <a:p>
            <a:pPr marL="0" indent="0">
              <a:buNone/>
            </a:pPr>
            <a:r>
              <a:rPr lang="en-US" sz="900" b="1" kern="0" spc="300" dirty="0">
                <a:solidFill>
                  <a:schemeClr val="accent5"/>
                </a:solidFill>
              </a:rPr>
              <a:t>TEAM</a:t>
            </a:r>
            <a:endParaRPr lang="en-US" sz="900" dirty="0"/>
          </a:p>
          <a:p>
            <a:pPr marL="0" indent="0">
              <a:buNone/>
            </a:pPr>
            <a:r>
              <a:rPr lang="en-IN" sz="1500" b="1" dirty="0">
                <a:solidFill>
                  <a:schemeClr val="accent1"/>
                </a:solidFill>
              </a:rPr>
              <a:t>Srinivas </a:t>
            </a:r>
            <a:r>
              <a:rPr lang="en-IN" sz="1500" b="1" dirty="0" err="1">
                <a:solidFill>
                  <a:schemeClr val="accent1"/>
                </a:solidFill>
              </a:rPr>
              <a:t>Ramanujan</a:t>
            </a:r>
            <a:r>
              <a:rPr lang="en-IN" sz="1500" b="1" dirty="0">
                <a:solidFill>
                  <a:schemeClr val="accent1"/>
                </a:solidFill>
              </a:rPr>
              <a:t> </a:t>
            </a:r>
            <a:endParaRPr lang="en-US" sz="900" dirty="0"/>
          </a:p>
        </p:txBody>
      </p:sp>
      <p:sp>
        <p:nvSpPr>
          <p:cNvPr id="7" name="Lead Icon Hex"/>
          <p:cNvSpPr/>
          <p:nvPr/>
        </p:nvSpPr>
        <p:spPr>
          <a:xfrm>
            <a:off x="548640" y="1463040"/>
            <a:ext cx="457200" cy="395935"/>
          </a:xfrm>
          <a:prstGeom prst="hexagon">
            <a:avLst/>
          </a:prstGeom>
          <a:solidFill>
            <a:schemeClr val="accent3"/>
          </a:solidFill>
          <a:ln/>
        </p:spPr>
      </p:sp>
      <p:pic>
        <p:nvPicPr>
          <p:cNvPr id="8" name="Lead Icon" descr="Lightbulb icon"/>
          <p:cNvPicPr>
            <a:picLocks noChangeAspect="1"/>
          </p:cNvPicPr>
          <p:nvPr/>
        </p:nvPicPr>
        <p:blipFill>
          <a:blip r:embed="rId4"/>
          <a:stretch>
            <a:fillRect/>
          </a:stretch>
        </p:blipFill>
        <p:spPr>
          <a:xfrm>
            <a:off x="640080" y="1523390"/>
            <a:ext cx="274320" cy="274320"/>
          </a:xfrm>
          <a:prstGeom prst="rect">
            <a:avLst/>
          </a:prstGeom>
        </p:spPr>
      </p:pic>
      <p:sp>
        <p:nvSpPr>
          <p:cNvPr id="9" name="Lead Text"/>
          <p:cNvSpPr txBox="1"/>
          <p:nvPr/>
        </p:nvSpPr>
        <p:spPr>
          <a:xfrm>
            <a:off x="1170432" y="1417320"/>
            <a:ext cx="9601200" cy="502920"/>
          </a:xfrm>
          <a:prstGeom prst="rect">
            <a:avLst/>
          </a:prstGeom>
          <a:noFill/>
          <a:ln/>
        </p:spPr>
        <p:txBody>
          <a:bodyPr wrap="square" lIns="0" tIns="0" rIns="0" bIns="0" rtlCol="0" anchor="ctr"/>
          <a:lstStyle/>
          <a:p>
            <a:pPr marL="0" indent="0">
              <a:buNone/>
            </a:pPr>
            <a:r>
              <a:rPr lang="en-US" sz="1800" b="1" dirty="0">
                <a:solidFill>
                  <a:schemeClr val="accent2"/>
                </a:solidFill>
              </a:rPr>
              <a:t>Who will handle which part of the execution</a:t>
            </a:r>
            <a:endParaRPr lang="en-US" sz="1800" dirty="0"/>
          </a:p>
        </p:txBody>
      </p:sp>
      <p:graphicFrame>
        <p:nvGraphicFramePr>
          <p:cNvPr id="10" name="Team Contribution Table"/>
          <p:cNvGraphicFramePr>
            <a:graphicFrameLocks noGrp="1"/>
          </p:cNvGraphicFramePr>
          <p:nvPr>
            <p:extLst>
              <p:ext uri="{D42A27DB-BD31-4B8C-83A1-F6EECF244321}">
                <p14:modId xmlns:p14="http://schemas.microsoft.com/office/powerpoint/2010/main" val="989017455"/>
              </p:ext>
            </p:extLst>
          </p:nvPr>
        </p:nvGraphicFramePr>
        <p:xfrm>
          <a:off x="640080" y="2194560"/>
          <a:ext cx="11002975" cy="3474720"/>
        </p:xfrm>
        <a:graphic>
          <a:graphicData uri="http://schemas.openxmlformats.org/drawingml/2006/table">
            <a:tbl>
              <a:tblPr/>
              <a:tblGrid>
                <a:gridCol w="2003166">
                  <a:extLst>
                    <a:ext uri="{9D8B030D-6E8A-4147-A177-3AD203B41FA5}">
                      <a16:colId xmlns:a16="http://schemas.microsoft.com/office/drawing/2014/main" val="20000"/>
                    </a:ext>
                  </a:extLst>
                </a:gridCol>
                <a:gridCol w="2852877">
                  <a:extLst>
                    <a:ext uri="{9D8B030D-6E8A-4147-A177-3AD203B41FA5}">
                      <a16:colId xmlns:a16="http://schemas.microsoft.com/office/drawing/2014/main" val="20001"/>
                    </a:ext>
                  </a:extLst>
                </a:gridCol>
                <a:gridCol w="6146932">
                  <a:extLst>
                    <a:ext uri="{9D8B030D-6E8A-4147-A177-3AD203B41FA5}">
                      <a16:colId xmlns:a16="http://schemas.microsoft.com/office/drawing/2014/main" val="20002"/>
                    </a:ext>
                  </a:extLst>
                </a:gridCol>
              </a:tblGrid>
              <a:tr h="548640">
                <a:tc>
                  <a:txBody>
                    <a:bodyPr/>
                    <a:lstStyle/>
                    <a:p>
                      <a:pPr marL="0" indent="0">
                        <a:buNone/>
                      </a:pPr>
                      <a:r>
                        <a:rPr lang="en-US" sz="1400" b="1" dirty="0">
                          <a:solidFill>
                            <a:schemeClr val="bg1"/>
                          </a:solidFill>
                          <a:latin typeface="Calibri" pitchFamily="34" charset="0"/>
                          <a:ea typeface="Calibri" pitchFamily="34" charset="-122"/>
                          <a:cs typeface="Calibri" pitchFamily="34" charset="-120"/>
                        </a:rPr>
                        <a:t>Team Member</a:t>
                      </a:r>
                      <a:endParaRPr lang="en-US" sz="1400" dirty="0">
                        <a:latin typeface="Calibri" charset="0"/>
                        <a:ea typeface="Calibri" charset="0"/>
                        <a:cs typeface="Calibri" charset="0"/>
                      </a:endParaRPr>
                    </a:p>
                  </a:txBody>
                  <a:tcPr marL="182880" marR="182880" anchor="ctr">
                    <a:lnL w="9525" cap="flat" cmpd="sng" algn="ctr">
                      <a:solidFill>
                        <a:srgbClr val="D3E6DD"/>
                      </a:solidFill>
                      <a:prstDash val="solid"/>
                      <a:round/>
                      <a:headEnd type="none" w="med" len="med"/>
                      <a:tailEnd type="none" w="med" len="med"/>
                    </a:lnL>
                    <a:lnR w="9525" cap="flat" cmpd="sng" algn="ctr">
                      <a:solidFill>
                        <a:srgbClr val="D3E6DD"/>
                      </a:solidFill>
                      <a:prstDash val="solid"/>
                      <a:round/>
                      <a:headEnd type="none" w="med" len="med"/>
                      <a:tailEnd type="none" w="med" len="med"/>
                    </a:lnR>
                    <a:lnT w="9525" cap="flat" cmpd="sng" algn="ctr">
                      <a:solidFill>
                        <a:srgbClr val="D3E6DD"/>
                      </a:solidFill>
                      <a:prstDash val="solid"/>
                      <a:round/>
                      <a:headEnd type="none" w="med" len="med"/>
                      <a:tailEnd type="none" w="med" len="med"/>
                    </a:lnT>
                    <a:lnB w="9525" cap="flat" cmpd="sng" algn="ctr">
                      <a:solidFill>
                        <a:srgbClr val="D3E6DD"/>
                      </a:solidFill>
                      <a:prstDash val="solid"/>
                      <a:round/>
                      <a:headEnd type="none" w="med" len="med"/>
                      <a:tailEnd type="none" w="med" len="med"/>
                    </a:lnB>
                    <a:solidFill>
                      <a:schemeClr val="accent1"/>
                    </a:solidFill>
                  </a:tcPr>
                </a:tc>
                <a:tc>
                  <a:txBody>
                    <a:bodyPr/>
                    <a:lstStyle/>
                    <a:p>
                      <a:pPr marL="0" indent="0">
                        <a:buNone/>
                      </a:pPr>
                      <a:r>
                        <a:rPr lang="en-US" sz="1400" b="1" dirty="0">
                          <a:solidFill>
                            <a:schemeClr val="bg1"/>
                          </a:solidFill>
                          <a:latin typeface="Calibri" pitchFamily="34" charset="0"/>
                          <a:ea typeface="Calibri" pitchFamily="34" charset="-122"/>
                          <a:cs typeface="Calibri" pitchFamily="34" charset="-120"/>
                        </a:rPr>
                        <a:t>Role</a:t>
                      </a:r>
                      <a:endParaRPr lang="en-US" sz="1400" dirty="0">
                        <a:latin typeface="Calibri" charset="0"/>
                        <a:ea typeface="Calibri" charset="0"/>
                        <a:cs typeface="Calibri" charset="0"/>
                      </a:endParaRPr>
                    </a:p>
                  </a:txBody>
                  <a:tcPr marL="182880" marR="182880" anchor="ctr">
                    <a:lnL w="9525" cap="flat" cmpd="sng" algn="ctr">
                      <a:solidFill>
                        <a:srgbClr val="D3E6DD"/>
                      </a:solidFill>
                      <a:prstDash val="solid"/>
                      <a:round/>
                      <a:headEnd type="none" w="med" len="med"/>
                      <a:tailEnd type="none" w="med" len="med"/>
                    </a:lnL>
                    <a:lnR w="9525" cap="flat" cmpd="sng" algn="ctr">
                      <a:solidFill>
                        <a:srgbClr val="D3E6DD"/>
                      </a:solidFill>
                      <a:prstDash val="solid"/>
                      <a:round/>
                      <a:headEnd type="none" w="med" len="med"/>
                      <a:tailEnd type="none" w="med" len="med"/>
                    </a:lnR>
                    <a:lnT w="9525" cap="flat" cmpd="sng" algn="ctr">
                      <a:solidFill>
                        <a:srgbClr val="D3E6DD"/>
                      </a:solidFill>
                      <a:prstDash val="solid"/>
                      <a:round/>
                      <a:headEnd type="none" w="med" len="med"/>
                      <a:tailEnd type="none" w="med" len="med"/>
                    </a:lnT>
                    <a:lnB w="9525" cap="flat" cmpd="sng" algn="ctr">
                      <a:solidFill>
                        <a:srgbClr val="D3E6DD"/>
                      </a:solidFill>
                      <a:prstDash val="solid"/>
                      <a:round/>
                      <a:headEnd type="none" w="med" len="med"/>
                      <a:tailEnd type="none" w="med" len="med"/>
                    </a:lnB>
                    <a:solidFill>
                      <a:schemeClr val="accent1"/>
                    </a:solidFill>
                  </a:tcPr>
                </a:tc>
                <a:tc>
                  <a:txBody>
                    <a:bodyPr/>
                    <a:lstStyle/>
                    <a:p>
                      <a:pPr marL="0" indent="0">
                        <a:buNone/>
                      </a:pPr>
                      <a:r>
                        <a:rPr lang="en-US" sz="1400" b="1" dirty="0">
                          <a:solidFill>
                            <a:schemeClr val="bg1"/>
                          </a:solidFill>
                          <a:latin typeface="Calibri" pitchFamily="34" charset="0"/>
                          <a:ea typeface="Calibri" pitchFamily="34" charset="-122"/>
                          <a:cs typeface="Calibri" pitchFamily="34" charset="-120"/>
                        </a:rPr>
                        <a:t>Responsibility in Execution</a:t>
                      </a:r>
                      <a:endParaRPr lang="en-US" sz="1400" dirty="0">
                        <a:latin typeface="Calibri" charset="0"/>
                        <a:ea typeface="Calibri" charset="0"/>
                        <a:cs typeface="Calibri" charset="0"/>
                      </a:endParaRPr>
                    </a:p>
                  </a:txBody>
                  <a:tcPr marL="182880" marR="182880" anchor="ctr">
                    <a:lnL w="9525" cap="flat" cmpd="sng" algn="ctr">
                      <a:solidFill>
                        <a:srgbClr val="D3E6DD"/>
                      </a:solidFill>
                      <a:prstDash val="solid"/>
                      <a:round/>
                      <a:headEnd type="none" w="med" len="med"/>
                      <a:tailEnd type="none" w="med" len="med"/>
                    </a:lnL>
                    <a:lnR w="9525" cap="flat" cmpd="sng" algn="ctr">
                      <a:solidFill>
                        <a:srgbClr val="D3E6DD"/>
                      </a:solidFill>
                      <a:prstDash val="solid"/>
                      <a:round/>
                      <a:headEnd type="none" w="med" len="med"/>
                      <a:tailEnd type="none" w="med" len="med"/>
                    </a:lnR>
                    <a:lnT w="9525" cap="flat" cmpd="sng" algn="ctr">
                      <a:solidFill>
                        <a:srgbClr val="D3E6DD"/>
                      </a:solidFill>
                      <a:prstDash val="solid"/>
                      <a:round/>
                      <a:headEnd type="none" w="med" len="med"/>
                      <a:tailEnd type="none" w="med" len="med"/>
                    </a:lnT>
                    <a:lnB w="9525" cap="flat" cmpd="sng" algn="ctr">
                      <a:solidFill>
                        <a:srgbClr val="D3E6DD"/>
                      </a:solidFill>
                      <a:prstDash val="solid"/>
                      <a:round/>
                      <a:headEnd type="none" w="med" len="med"/>
                      <a:tailEnd type="none" w="med" len="med"/>
                    </a:lnB>
                    <a:solidFill>
                      <a:schemeClr val="accent1"/>
                    </a:solidFill>
                  </a:tcPr>
                </a:tc>
                <a:extLst>
                  <a:ext uri="{0D108BD9-81ED-4DB2-BD59-A6C34878D82A}">
                    <a16:rowId xmlns:a16="http://schemas.microsoft.com/office/drawing/2014/main" val="10000"/>
                  </a:ext>
                </a:extLst>
              </a:tr>
              <a:tr h="731520">
                <a:tc>
                  <a:txBody>
                    <a:bodyPr/>
                    <a:lstStyle/>
                    <a:p>
                      <a:pPr marL="0" indent="0">
                        <a:buNone/>
                      </a:pPr>
                      <a:r>
                        <a:rPr lang="en-US" sz="1400" b="1" dirty="0">
                          <a:solidFill>
                            <a:schemeClr val="tx1"/>
                          </a:solidFill>
                          <a:latin typeface="Calibri" pitchFamily="34" charset="0"/>
                          <a:ea typeface="Calibri" pitchFamily="34" charset="-122"/>
                          <a:cs typeface="Calibri" pitchFamily="34" charset="-120"/>
                        </a:rPr>
                        <a:t>Samarth </a:t>
                      </a:r>
                      <a:r>
                        <a:rPr lang="en-US" sz="1400" b="1" dirty="0" err="1">
                          <a:solidFill>
                            <a:schemeClr val="tx1"/>
                          </a:solidFill>
                          <a:latin typeface="Calibri" pitchFamily="34" charset="0"/>
                          <a:ea typeface="Calibri" pitchFamily="34" charset="-122"/>
                          <a:cs typeface="Calibri" pitchFamily="34" charset="-120"/>
                        </a:rPr>
                        <a:t>sethuramn</a:t>
                      </a:r>
                      <a:endParaRPr lang="en-US" sz="1400" dirty="0">
                        <a:latin typeface="Calibri" charset="0"/>
                        <a:ea typeface="Calibri" charset="0"/>
                        <a:cs typeface="Calibri" charset="0"/>
                      </a:endParaRPr>
                    </a:p>
                  </a:txBody>
                  <a:tcPr marL="182880" marR="182880" anchor="ctr">
                    <a:lnL w="9525" cap="flat" cmpd="sng" algn="ctr">
                      <a:solidFill>
                        <a:srgbClr val="D3E6DD"/>
                      </a:solidFill>
                      <a:prstDash val="solid"/>
                      <a:round/>
                      <a:headEnd type="none" w="med" len="med"/>
                      <a:tailEnd type="none" w="med" len="med"/>
                    </a:lnL>
                    <a:lnR w="9525" cap="flat" cmpd="sng" algn="ctr">
                      <a:solidFill>
                        <a:srgbClr val="D3E6DD"/>
                      </a:solidFill>
                      <a:prstDash val="solid"/>
                      <a:round/>
                      <a:headEnd type="none" w="med" len="med"/>
                      <a:tailEnd type="none" w="med" len="med"/>
                    </a:lnR>
                    <a:lnT w="9525" cap="flat" cmpd="sng" algn="ctr">
                      <a:solidFill>
                        <a:srgbClr val="D3E6DD"/>
                      </a:solidFill>
                      <a:prstDash val="solid"/>
                      <a:round/>
                      <a:headEnd type="none" w="med" len="med"/>
                      <a:tailEnd type="none" w="med" len="med"/>
                    </a:lnT>
                    <a:lnB w="9525" cap="flat" cmpd="sng" algn="ctr">
                      <a:solidFill>
                        <a:srgbClr val="D3E6DD"/>
                      </a:solidFill>
                      <a:prstDash val="solid"/>
                      <a:round/>
                      <a:headEnd type="none" w="med" len="med"/>
                      <a:tailEnd type="none" w="med" len="med"/>
                    </a:lnB>
                    <a:solidFill>
                      <a:schemeClr val="bg1"/>
                    </a:solidFill>
                  </a:tcPr>
                </a:tc>
                <a:tc>
                  <a:txBody>
                    <a:bodyPr/>
                    <a:lstStyle/>
                    <a:p>
                      <a:pPr marL="0" indent="0">
                        <a:buNone/>
                      </a:pPr>
                      <a:r>
                        <a:rPr lang="en-US" sz="1400" dirty="0">
                          <a:latin typeface="Calibri" charset="0"/>
                          <a:ea typeface="Calibri" charset="0"/>
                          <a:cs typeface="Calibri" charset="0"/>
                        </a:rPr>
                        <a:t>Team leader</a:t>
                      </a:r>
                    </a:p>
                  </a:txBody>
                  <a:tcPr marL="182880" marR="182880" anchor="ctr">
                    <a:lnL w="9525" cap="flat" cmpd="sng" algn="ctr">
                      <a:solidFill>
                        <a:srgbClr val="D3E6DD"/>
                      </a:solidFill>
                      <a:prstDash val="solid"/>
                      <a:round/>
                      <a:headEnd type="none" w="med" len="med"/>
                      <a:tailEnd type="none" w="med" len="med"/>
                    </a:lnL>
                    <a:lnR w="9525" cap="flat" cmpd="sng" algn="ctr">
                      <a:solidFill>
                        <a:srgbClr val="D3E6DD"/>
                      </a:solidFill>
                      <a:prstDash val="solid"/>
                      <a:round/>
                      <a:headEnd type="none" w="med" len="med"/>
                      <a:tailEnd type="none" w="med" len="med"/>
                    </a:lnR>
                    <a:lnT w="9525" cap="flat" cmpd="sng" algn="ctr">
                      <a:solidFill>
                        <a:srgbClr val="D3E6DD"/>
                      </a:solidFill>
                      <a:prstDash val="solid"/>
                      <a:round/>
                      <a:headEnd type="none" w="med" len="med"/>
                      <a:tailEnd type="none" w="med" len="med"/>
                    </a:lnT>
                    <a:lnB w="9525" cap="flat" cmpd="sng" algn="ctr">
                      <a:solidFill>
                        <a:srgbClr val="D3E6DD"/>
                      </a:solidFill>
                      <a:prstDash val="solid"/>
                      <a:round/>
                      <a:headEnd type="none" w="med" len="med"/>
                      <a:tailEnd type="none" w="med" len="med"/>
                    </a:lnB>
                    <a:solidFill>
                      <a:schemeClr val="bg1"/>
                    </a:solidFill>
                  </a:tcPr>
                </a:tc>
                <a:tc>
                  <a:txBody>
                    <a:bodyPr/>
                    <a:lstStyle/>
                    <a:p>
                      <a:pPr marL="0" indent="0">
                        <a:buNone/>
                      </a:pPr>
                      <a:r>
                        <a:rPr lang="en-US" sz="1400" dirty="0">
                          <a:solidFill>
                            <a:schemeClr val="accent5"/>
                          </a:solidFill>
                          <a:latin typeface="Calibri" pitchFamily="34" charset="0"/>
                          <a:ea typeface="Calibri" pitchFamily="34" charset="-122"/>
                          <a:cs typeface="Calibri" pitchFamily="34" charset="-120"/>
                        </a:rPr>
                        <a:t>complete functioning of team </a:t>
                      </a:r>
                      <a:endParaRPr lang="en-US" sz="1400" dirty="0">
                        <a:latin typeface="Calibri" charset="0"/>
                        <a:ea typeface="Calibri" charset="0"/>
                        <a:cs typeface="Calibri" charset="0"/>
                      </a:endParaRPr>
                    </a:p>
                  </a:txBody>
                  <a:tcPr marL="182880" marR="182880" anchor="ctr">
                    <a:lnL w="9525" cap="flat" cmpd="sng" algn="ctr">
                      <a:solidFill>
                        <a:srgbClr val="D3E6DD"/>
                      </a:solidFill>
                      <a:prstDash val="solid"/>
                      <a:round/>
                      <a:headEnd type="none" w="med" len="med"/>
                      <a:tailEnd type="none" w="med" len="med"/>
                    </a:lnL>
                    <a:lnR w="9525" cap="flat" cmpd="sng" algn="ctr">
                      <a:solidFill>
                        <a:srgbClr val="D3E6DD"/>
                      </a:solidFill>
                      <a:prstDash val="solid"/>
                      <a:round/>
                      <a:headEnd type="none" w="med" len="med"/>
                      <a:tailEnd type="none" w="med" len="med"/>
                    </a:lnR>
                    <a:lnT w="9525" cap="flat" cmpd="sng" algn="ctr">
                      <a:solidFill>
                        <a:srgbClr val="D3E6DD"/>
                      </a:solidFill>
                      <a:prstDash val="solid"/>
                      <a:round/>
                      <a:headEnd type="none" w="med" len="med"/>
                      <a:tailEnd type="none" w="med" len="med"/>
                    </a:lnT>
                    <a:lnB w="9525" cap="flat" cmpd="sng" algn="ctr">
                      <a:solidFill>
                        <a:srgbClr val="D3E6DD"/>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731520">
                <a:tc>
                  <a:txBody>
                    <a:bodyPr/>
                    <a:lstStyle/>
                    <a:p>
                      <a:pPr marL="0" indent="0">
                        <a:buNone/>
                      </a:pPr>
                      <a:r>
                        <a:rPr lang="en-US" sz="1400" b="1" dirty="0">
                          <a:solidFill>
                            <a:schemeClr val="tx1"/>
                          </a:solidFill>
                          <a:latin typeface="Calibri" pitchFamily="34" charset="0"/>
                          <a:ea typeface="Calibri" pitchFamily="34" charset="-122"/>
                          <a:cs typeface="Calibri" pitchFamily="34" charset="-120"/>
                        </a:rPr>
                        <a:t>Melwin </a:t>
                      </a:r>
                      <a:r>
                        <a:rPr lang="en-US" sz="1400" b="1" dirty="0" err="1">
                          <a:solidFill>
                            <a:schemeClr val="tx1"/>
                          </a:solidFill>
                          <a:latin typeface="Calibri" pitchFamily="34" charset="0"/>
                          <a:ea typeface="Calibri" pitchFamily="34" charset="-122"/>
                          <a:cs typeface="Calibri" pitchFamily="34" charset="-120"/>
                        </a:rPr>
                        <a:t>lourdhu</a:t>
                      </a:r>
                      <a:r>
                        <a:rPr lang="en-US" sz="1400" b="1" dirty="0">
                          <a:solidFill>
                            <a:schemeClr val="tx1"/>
                          </a:solidFill>
                          <a:latin typeface="Calibri" pitchFamily="34" charset="0"/>
                          <a:ea typeface="Calibri" pitchFamily="34" charset="-122"/>
                          <a:cs typeface="Calibri" pitchFamily="34" charset="-120"/>
                        </a:rPr>
                        <a:t> </a:t>
                      </a:r>
                      <a:r>
                        <a:rPr lang="en-US" sz="1400" b="1" dirty="0" err="1">
                          <a:solidFill>
                            <a:schemeClr val="tx1"/>
                          </a:solidFill>
                          <a:latin typeface="Calibri" pitchFamily="34" charset="0"/>
                          <a:ea typeface="Calibri" pitchFamily="34" charset="-122"/>
                          <a:cs typeface="Calibri" pitchFamily="34" charset="-120"/>
                        </a:rPr>
                        <a:t>raj.J</a:t>
                      </a:r>
                      <a:endParaRPr lang="en-US" sz="1400" dirty="0">
                        <a:latin typeface="Calibri" charset="0"/>
                        <a:ea typeface="Calibri" charset="0"/>
                        <a:cs typeface="Calibri" charset="0"/>
                      </a:endParaRPr>
                    </a:p>
                  </a:txBody>
                  <a:tcPr marL="182880" marR="182880" anchor="ctr">
                    <a:lnL w="9525" cap="flat" cmpd="sng" algn="ctr">
                      <a:solidFill>
                        <a:srgbClr val="D3E6DD"/>
                      </a:solidFill>
                      <a:prstDash val="solid"/>
                      <a:round/>
                      <a:headEnd type="none" w="med" len="med"/>
                      <a:tailEnd type="none" w="med" len="med"/>
                    </a:lnL>
                    <a:lnR w="9525" cap="flat" cmpd="sng" algn="ctr">
                      <a:solidFill>
                        <a:srgbClr val="D3E6DD"/>
                      </a:solidFill>
                      <a:prstDash val="solid"/>
                      <a:round/>
                      <a:headEnd type="none" w="med" len="med"/>
                      <a:tailEnd type="none" w="med" len="med"/>
                    </a:lnR>
                    <a:lnT w="9525" cap="flat" cmpd="sng" algn="ctr">
                      <a:solidFill>
                        <a:srgbClr val="D3E6DD"/>
                      </a:solidFill>
                      <a:prstDash val="solid"/>
                      <a:round/>
                      <a:headEnd type="none" w="med" len="med"/>
                      <a:tailEnd type="none" w="med" len="med"/>
                    </a:lnT>
                    <a:lnB w="9525" cap="flat" cmpd="sng" algn="ctr">
                      <a:solidFill>
                        <a:srgbClr val="D3E6DD"/>
                      </a:solidFill>
                      <a:prstDash val="solid"/>
                      <a:round/>
                      <a:headEnd type="none" w="med" len="med"/>
                      <a:tailEnd type="none" w="med" len="med"/>
                    </a:lnB>
                    <a:solidFill>
                      <a:schemeClr val="bg1"/>
                    </a:solidFill>
                  </a:tcPr>
                </a:tc>
                <a:tc>
                  <a:txBody>
                    <a:bodyPr/>
                    <a:lstStyle/>
                    <a:p>
                      <a:pPr marL="0" indent="0">
                        <a:buNone/>
                      </a:pPr>
                      <a:r>
                        <a:rPr lang="en-US" sz="1400" dirty="0">
                          <a:latin typeface="Calibri" charset="0"/>
                          <a:ea typeface="Calibri" charset="0"/>
                          <a:cs typeface="Calibri" charset="0"/>
                        </a:rPr>
                        <a:t>Team member</a:t>
                      </a:r>
                    </a:p>
                  </a:txBody>
                  <a:tcPr marL="182880" marR="182880" anchor="ctr">
                    <a:lnL w="9525" cap="flat" cmpd="sng" algn="ctr">
                      <a:solidFill>
                        <a:srgbClr val="D3E6DD"/>
                      </a:solidFill>
                      <a:prstDash val="solid"/>
                      <a:round/>
                      <a:headEnd type="none" w="med" len="med"/>
                      <a:tailEnd type="none" w="med" len="med"/>
                    </a:lnL>
                    <a:lnR w="9525" cap="flat" cmpd="sng" algn="ctr">
                      <a:solidFill>
                        <a:srgbClr val="D3E6DD"/>
                      </a:solidFill>
                      <a:prstDash val="solid"/>
                      <a:round/>
                      <a:headEnd type="none" w="med" len="med"/>
                      <a:tailEnd type="none" w="med" len="med"/>
                    </a:lnR>
                    <a:lnT w="9525" cap="flat" cmpd="sng" algn="ctr">
                      <a:solidFill>
                        <a:srgbClr val="D3E6DD"/>
                      </a:solidFill>
                      <a:prstDash val="solid"/>
                      <a:round/>
                      <a:headEnd type="none" w="med" len="med"/>
                      <a:tailEnd type="none" w="med" len="med"/>
                    </a:lnT>
                    <a:lnB w="9525" cap="flat" cmpd="sng" algn="ctr">
                      <a:solidFill>
                        <a:srgbClr val="D3E6DD"/>
                      </a:solidFill>
                      <a:prstDash val="solid"/>
                      <a:round/>
                      <a:headEnd type="none" w="med" len="med"/>
                      <a:tailEnd type="none" w="med" len="med"/>
                    </a:lnB>
                    <a:solidFill>
                      <a:schemeClr val="bg1"/>
                    </a:solidFill>
                  </a:tcPr>
                </a:tc>
                <a:tc>
                  <a:txBody>
                    <a:bodyPr/>
                    <a:lstStyle/>
                    <a:p>
                      <a:pPr marL="0" indent="0">
                        <a:buNone/>
                      </a:pPr>
                      <a:r>
                        <a:rPr lang="en-US" sz="1400" dirty="0">
                          <a:latin typeface="Calibri" charset="0"/>
                          <a:ea typeface="Calibri" charset="0"/>
                          <a:cs typeface="Calibri" charset="0"/>
                        </a:rPr>
                        <a:t>Research and hardware</a:t>
                      </a:r>
                    </a:p>
                  </a:txBody>
                  <a:tcPr marL="182880" marR="182880" anchor="ctr">
                    <a:lnL w="9525" cap="flat" cmpd="sng" algn="ctr">
                      <a:solidFill>
                        <a:srgbClr val="D3E6DD"/>
                      </a:solidFill>
                      <a:prstDash val="solid"/>
                      <a:round/>
                      <a:headEnd type="none" w="med" len="med"/>
                      <a:tailEnd type="none" w="med" len="med"/>
                    </a:lnL>
                    <a:lnR w="9525" cap="flat" cmpd="sng" algn="ctr">
                      <a:solidFill>
                        <a:srgbClr val="D3E6DD"/>
                      </a:solidFill>
                      <a:prstDash val="solid"/>
                      <a:round/>
                      <a:headEnd type="none" w="med" len="med"/>
                      <a:tailEnd type="none" w="med" len="med"/>
                    </a:lnR>
                    <a:lnT w="9525" cap="flat" cmpd="sng" algn="ctr">
                      <a:solidFill>
                        <a:srgbClr val="D3E6DD"/>
                      </a:solidFill>
                      <a:prstDash val="solid"/>
                      <a:round/>
                      <a:headEnd type="none" w="med" len="med"/>
                      <a:tailEnd type="none" w="med" len="med"/>
                    </a:lnT>
                    <a:lnB w="9525" cap="flat" cmpd="sng" algn="ctr">
                      <a:solidFill>
                        <a:srgbClr val="D3E6DD"/>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731520">
                <a:tc>
                  <a:txBody>
                    <a:bodyPr/>
                    <a:lstStyle/>
                    <a:p>
                      <a:pPr marL="0" indent="0">
                        <a:buNone/>
                      </a:pPr>
                      <a:r>
                        <a:rPr lang="en-US" sz="1400" dirty="0">
                          <a:latin typeface="Calibri" charset="0"/>
                          <a:ea typeface="Calibri" charset="0"/>
                          <a:cs typeface="Calibri" charset="0"/>
                        </a:rPr>
                        <a:t>L.V.Nitesh kummar</a:t>
                      </a:r>
                    </a:p>
                  </a:txBody>
                  <a:tcPr marL="182880" marR="182880" anchor="ctr">
                    <a:lnL w="9525" cap="flat" cmpd="sng" algn="ctr">
                      <a:solidFill>
                        <a:srgbClr val="D3E6DD"/>
                      </a:solidFill>
                      <a:prstDash val="solid"/>
                      <a:round/>
                      <a:headEnd type="none" w="med" len="med"/>
                      <a:tailEnd type="none" w="med" len="med"/>
                    </a:lnL>
                    <a:lnR w="9525" cap="flat" cmpd="sng" algn="ctr">
                      <a:solidFill>
                        <a:srgbClr val="D3E6DD"/>
                      </a:solidFill>
                      <a:prstDash val="solid"/>
                      <a:round/>
                      <a:headEnd type="none" w="med" len="med"/>
                      <a:tailEnd type="none" w="med" len="med"/>
                    </a:lnR>
                    <a:lnT w="9525" cap="flat" cmpd="sng" algn="ctr">
                      <a:solidFill>
                        <a:srgbClr val="D3E6DD"/>
                      </a:solidFill>
                      <a:prstDash val="solid"/>
                      <a:round/>
                      <a:headEnd type="none" w="med" len="med"/>
                      <a:tailEnd type="none" w="med" len="med"/>
                    </a:lnT>
                    <a:lnB w="9525" cap="flat" cmpd="sng" algn="ctr">
                      <a:solidFill>
                        <a:srgbClr val="D3E6DD"/>
                      </a:solidFill>
                      <a:prstDash val="solid"/>
                      <a:round/>
                      <a:headEnd type="none" w="med" len="med"/>
                      <a:tailEnd type="none" w="med" len="med"/>
                    </a:lnB>
                    <a:solidFill>
                      <a:schemeClr val="bg1"/>
                    </a:solidFill>
                  </a:tcPr>
                </a:tc>
                <a:tc>
                  <a:txBody>
                    <a:bodyPr/>
                    <a:lstStyle/>
                    <a:p>
                      <a:pPr marL="0" indent="0">
                        <a:buNone/>
                      </a:pPr>
                      <a:r>
                        <a:rPr lang="en-US" sz="1400" dirty="0">
                          <a:latin typeface="Calibri" charset="0"/>
                          <a:ea typeface="Calibri" charset="0"/>
                          <a:cs typeface="Calibri" charset="0"/>
                        </a:rPr>
                        <a:t>Team member</a:t>
                      </a:r>
                    </a:p>
                  </a:txBody>
                  <a:tcPr marL="182880" marR="182880" anchor="ctr">
                    <a:lnL w="9525" cap="flat" cmpd="sng" algn="ctr">
                      <a:solidFill>
                        <a:srgbClr val="D3E6DD"/>
                      </a:solidFill>
                      <a:prstDash val="solid"/>
                      <a:round/>
                      <a:headEnd type="none" w="med" len="med"/>
                      <a:tailEnd type="none" w="med" len="med"/>
                    </a:lnL>
                    <a:lnR w="9525" cap="flat" cmpd="sng" algn="ctr">
                      <a:solidFill>
                        <a:srgbClr val="D3E6DD"/>
                      </a:solidFill>
                      <a:prstDash val="solid"/>
                      <a:round/>
                      <a:headEnd type="none" w="med" len="med"/>
                      <a:tailEnd type="none" w="med" len="med"/>
                    </a:lnR>
                    <a:lnT w="9525" cap="flat" cmpd="sng" algn="ctr">
                      <a:solidFill>
                        <a:srgbClr val="D3E6DD"/>
                      </a:solidFill>
                      <a:prstDash val="solid"/>
                      <a:round/>
                      <a:headEnd type="none" w="med" len="med"/>
                      <a:tailEnd type="none" w="med" len="med"/>
                    </a:lnT>
                    <a:lnB w="9525" cap="flat" cmpd="sng" algn="ctr">
                      <a:solidFill>
                        <a:srgbClr val="D3E6DD"/>
                      </a:solidFill>
                      <a:prstDash val="solid"/>
                      <a:round/>
                      <a:headEnd type="none" w="med" len="med"/>
                      <a:tailEnd type="none" w="med" len="med"/>
                    </a:lnB>
                    <a:solidFill>
                      <a:schemeClr val="bg1"/>
                    </a:solidFill>
                  </a:tcPr>
                </a:tc>
                <a:tc>
                  <a:txBody>
                    <a:bodyPr/>
                    <a:lstStyle/>
                    <a:p>
                      <a:pPr marL="0" indent="0">
                        <a:buNone/>
                      </a:pPr>
                      <a:r>
                        <a:rPr lang="en-US" sz="1400" dirty="0" err="1">
                          <a:latin typeface="Calibri" charset="0"/>
                          <a:ea typeface="Calibri" charset="0"/>
                          <a:cs typeface="Calibri" charset="0"/>
                        </a:rPr>
                        <a:t>Reasearch</a:t>
                      </a:r>
                      <a:r>
                        <a:rPr lang="en-US" sz="1400" dirty="0">
                          <a:latin typeface="Calibri" charset="0"/>
                          <a:ea typeface="Calibri" charset="0"/>
                          <a:cs typeface="Calibri" charset="0"/>
                        </a:rPr>
                        <a:t> and software</a:t>
                      </a:r>
                    </a:p>
                  </a:txBody>
                  <a:tcPr marL="182880" marR="182880" anchor="ctr">
                    <a:lnL w="9525" cap="flat" cmpd="sng" algn="ctr">
                      <a:solidFill>
                        <a:srgbClr val="D3E6DD"/>
                      </a:solidFill>
                      <a:prstDash val="solid"/>
                      <a:round/>
                      <a:headEnd type="none" w="med" len="med"/>
                      <a:tailEnd type="none" w="med" len="med"/>
                    </a:lnL>
                    <a:lnR w="9525" cap="flat" cmpd="sng" algn="ctr">
                      <a:solidFill>
                        <a:srgbClr val="D3E6DD"/>
                      </a:solidFill>
                      <a:prstDash val="solid"/>
                      <a:round/>
                      <a:headEnd type="none" w="med" len="med"/>
                      <a:tailEnd type="none" w="med" len="med"/>
                    </a:lnR>
                    <a:lnT w="9525" cap="flat" cmpd="sng" algn="ctr">
                      <a:solidFill>
                        <a:srgbClr val="D3E6DD"/>
                      </a:solidFill>
                      <a:prstDash val="solid"/>
                      <a:round/>
                      <a:headEnd type="none" w="med" len="med"/>
                      <a:tailEnd type="none" w="med" len="med"/>
                    </a:lnT>
                    <a:lnB w="9525" cap="flat" cmpd="sng" algn="ctr">
                      <a:solidFill>
                        <a:srgbClr val="D3E6DD"/>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731520">
                <a:tc>
                  <a:txBody>
                    <a:bodyPr/>
                    <a:lstStyle/>
                    <a:p>
                      <a:pPr marL="0" indent="0">
                        <a:buNone/>
                      </a:pPr>
                      <a:r>
                        <a:rPr lang="en-US" sz="1400" dirty="0">
                          <a:latin typeface="Calibri" charset="0"/>
                          <a:ea typeface="Calibri" charset="0"/>
                          <a:cs typeface="Calibri" charset="0"/>
                        </a:rPr>
                        <a:t>Tamana </a:t>
                      </a:r>
                      <a:r>
                        <a:rPr lang="en-US" sz="1400" dirty="0" err="1">
                          <a:latin typeface="Calibri" charset="0"/>
                          <a:ea typeface="Calibri" charset="0"/>
                          <a:cs typeface="Calibri" charset="0"/>
                        </a:rPr>
                        <a:t>sriram</a:t>
                      </a:r>
                      <a:endParaRPr lang="en-US" sz="1400" dirty="0">
                        <a:latin typeface="Calibri" charset="0"/>
                        <a:ea typeface="Calibri" charset="0"/>
                        <a:cs typeface="Calibri" charset="0"/>
                      </a:endParaRPr>
                    </a:p>
                  </a:txBody>
                  <a:tcPr marL="182880" marR="182880" anchor="ctr">
                    <a:lnL w="9525" cap="flat" cmpd="sng" algn="ctr">
                      <a:solidFill>
                        <a:srgbClr val="D3E6DD"/>
                      </a:solidFill>
                      <a:prstDash val="solid"/>
                      <a:round/>
                      <a:headEnd type="none" w="med" len="med"/>
                      <a:tailEnd type="none" w="med" len="med"/>
                    </a:lnL>
                    <a:lnR w="9525" cap="flat" cmpd="sng" algn="ctr">
                      <a:solidFill>
                        <a:srgbClr val="D3E6DD"/>
                      </a:solidFill>
                      <a:prstDash val="solid"/>
                      <a:round/>
                      <a:headEnd type="none" w="med" len="med"/>
                      <a:tailEnd type="none" w="med" len="med"/>
                    </a:lnR>
                    <a:lnT w="9525" cap="flat" cmpd="sng" algn="ctr">
                      <a:solidFill>
                        <a:srgbClr val="D3E6DD"/>
                      </a:solidFill>
                      <a:prstDash val="solid"/>
                      <a:round/>
                      <a:headEnd type="none" w="med" len="med"/>
                      <a:tailEnd type="none" w="med" len="med"/>
                    </a:lnT>
                    <a:lnB w="9525" cap="flat" cmpd="sng" algn="ctr">
                      <a:solidFill>
                        <a:srgbClr val="D3E6DD"/>
                      </a:solidFill>
                      <a:prstDash val="solid"/>
                      <a:round/>
                      <a:headEnd type="none" w="med" len="med"/>
                      <a:tailEnd type="none" w="med" len="med"/>
                    </a:lnB>
                    <a:solidFill>
                      <a:schemeClr val="bg1"/>
                    </a:solidFill>
                  </a:tcPr>
                </a:tc>
                <a:tc>
                  <a:txBody>
                    <a:bodyPr/>
                    <a:lstStyle/>
                    <a:p>
                      <a:pPr marL="0" indent="0">
                        <a:buNone/>
                      </a:pPr>
                      <a:r>
                        <a:rPr lang="en-US" sz="1400" dirty="0">
                          <a:latin typeface="Calibri" charset="0"/>
                          <a:ea typeface="Calibri" charset="0"/>
                          <a:cs typeface="Calibri" charset="0"/>
                        </a:rPr>
                        <a:t>Team member</a:t>
                      </a:r>
                    </a:p>
                  </a:txBody>
                  <a:tcPr marL="182880" marR="182880" anchor="ctr">
                    <a:lnL w="9525" cap="flat" cmpd="sng" algn="ctr">
                      <a:solidFill>
                        <a:srgbClr val="D3E6DD"/>
                      </a:solidFill>
                      <a:prstDash val="solid"/>
                      <a:round/>
                      <a:headEnd type="none" w="med" len="med"/>
                      <a:tailEnd type="none" w="med" len="med"/>
                    </a:lnL>
                    <a:lnR w="9525" cap="flat" cmpd="sng" algn="ctr">
                      <a:solidFill>
                        <a:srgbClr val="D3E6DD"/>
                      </a:solidFill>
                      <a:prstDash val="solid"/>
                      <a:round/>
                      <a:headEnd type="none" w="med" len="med"/>
                      <a:tailEnd type="none" w="med" len="med"/>
                    </a:lnR>
                    <a:lnT w="9525" cap="flat" cmpd="sng" algn="ctr">
                      <a:solidFill>
                        <a:srgbClr val="D3E6DD"/>
                      </a:solidFill>
                      <a:prstDash val="solid"/>
                      <a:round/>
                      <a:headEnd type="none" w="med" len="med"/>
                      <a:tailEnd type="none" w="med" len="med"/>
                    </a:lnT>
                    <a:lnB w="9525" cap="flat" cmpd="sng" algn="ctr">
                      <a:solidFill>
                        <a:srgbClr val="D3E6DD"/>
                      </a:solidFill>
                      <a:prstDash val="solid"/>
                      <a:round/>
                      <a:headEnd type="none" w="med" len="med"/>
                      <a:tailEnd type="none" w="med" len="med"/>
                    </a:lnB>
                    <a:solidFill>
                      <a:schemeClr val="bg1"/>
                    </a:solidFill>
                  </a:tcPr>
                </a:tc>
                <a:tc>
                  <a:txBody>
                    <a:bodyPr/>
                    <a:lstStyle/>
                    <a:p>
                      <a:pPr marL="0" indent="0">
                        <a:buNone/>
                      </a:pPr>
                      <a:r>
                        <a:rPr lang="en-US" sz="1400" dirty="0">
                          <a:latin typeface="Calibri" charset="0"/>
                          <a:ea typeface="Calibri" charset="0"/>
                          <a:cs typeface="Calibri" charset="0"/>
                        </a:rPr>
                        <a:t>Management of data</a:t>
                      </a:r>
                    </a:p>
                  </a:txBody>
                  <a:tcPr marL="182880" marR="182880" anchor="ctr">
                    <a:lnL w="9525" cap="flat" cmpd="sng" algn="ctr">
                      <a:solidFill>
                        <a:srgbClr val="D3E6DD"/>
                      </a:solidFill>
                      <a:prstDash val="solid"/>
                      <a:round/>
                      <a:headEnd type="none" w="med" len="med"/>
                      <a:tailEnd type="none" w="med" len="med"/>
                    </a:lnL>
                    <a:lnR w="9525" cap="flat" cmpd="sng" algn="ctr">
                      <a:solidFill>
                        <a:srgbClr val="D3E6DD"/>
                      </a:solidFill>
                      <a:prstDash val="solid"/>
                      <a:round/>
                      <a:headEnd type="none" w="med" len="med"/>
                      <a:tailEnd type="none" w="med" len="med"/>
                    </a:lnR>
                    <a:lnT w="9525" cap="flat" cmpd="sng" algn="ctr">
                      <a:solidFill>
                        <a:srgbClr val="D3E6DD"/>
                      </a:solidFill>
                      <a:prstDash val="solid"/>
                      <a:round/>
                      <a:headEnd type="none" w="med" len="med"/>
                      <a:tailEnd type="none" w="med" len="med"/>
                    </a:lnT>
                    <a:lnB w="9525" cap="flat" cmpd="sng" algn="ctr">
                      <a:solidFill>
                        <a:srgbClr val="D3E6DD"/>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bl>
          </a:graphicData>
        </a:graphic>
      </p:graphicFrame>
      <p:sp>
        <p:nvSpPr>
          <p:cNvPr id="25" name="Slide Number Placeholder 0"/>
          <p:cNvSpPr>
            <a:spLocks noGrp="1"/>
          </p:cNvSpPr>
          <p:nvPr>
            <p:ph type="sldNum" sz="quarter" idx="4294967295"/>
          </p:nvPr>
        </p:nvSpPr>
        <p:spPr>
          <a:xfrm>
            <a:off x="11259007" y="6409944"/>
            <a:ext cx="457200" cy="395935"/>
          </a:xfrm>
          <a:prstGeom prst="rect">
            <a:avLst/>
          </a:prstGeom>
          <a:extLst>
            <a:ext uri="{C572A759-6A51-4108-AA02-DFA0A04FC94B}">
              <ma14:wrappingTextBoxFlag xmlns="" xmlns:ma14="http://schemas.microsoft.com/office/mac/drawingml/2011/main" val="0"/>
            </a:ext>
          </a:extLst>
        </p:spPr>
        <p:txBody>
          <a:bodyPr lIns="0" tIns="0" rIns="0" bIns="0" anchor="ctr"/>
          <a:lstStyle>
            <a:lvl1pPr>
              <a:defRPr sz="1100">
                <a:solidFill>
                  <a:schemeClr val="tx2"/>
                </a:solidFill>
                <a:latin typeface="Calibri"/>
                <a:ea typeface="Calibri"/>
                <a:cs typeface="Calibri"/>
              </a:defRPr>
            </a:lvl1pPr>
          </a:lstStyle>
          <a:p>
            <a:pPr algn="ctr"/>
            <a:fld id="{F7021451-1387-4CA6-816F-3879F97B5CBC}" type="slidenum">
              <a:rPr lang="en-US" b="1"/>
              <a:t>9</a:t>
            </a:fld>
            <a:endParaRPr lang="en-US"/>
          </a:p>
        </p:txBody>
      </p:sp>
    </p:spTree>
  </p:cSld>
  <p:clrMapOvr>
    <a:masterClrMapping/>
  </p:clrMapOvr>
</p:sld>
</file>

<file path=ppt/theme/theme1.xml><?xml version="1.0" encoding="utf-8"?>
<a:theme xmlns:a="http://schemas.openxmlformats.org/drawingml/2006/main" name="Genesis Ideathon">
  <a:themeElements>
    <a:clrScheme name="Genesis Ideathon">
      <a:dk1>
        <a:srgbClr val="0E2A2F"/>
      </a:dk1>
      <a:lt1>
        <a:srgbClr val="FFFFFF"/>
      </a:lt1>
      <a:dk2>
        <a:srgbClr val="052B35"/>
      </a:dk2>
      <a:lt2>
        <a:srgbClr val="F3F8F5"/>
      </a:lt2>
      <a:accent1>
        <a:srgbClr val="026855"/>
      </a:accent1>
      <a:accent2>
        <a:srgbClr val="094542"/>
      </a:accent2>
      <a:accent3>
        <a:srgbClr val="7AC143"/>
      </a:accent3>
      <a:accent4>
        <a:srgbClr val="4FA278"/>
      </a:accent4>
      <a:accent5>
        <a:srgbClr val="5B6F6B"/>
      </a:accent5>
      <a:accent6>
        <a:srgbClr val="D3E6DD"/>
      </a:accent6>
      <a:hlink>
        <a:srgbClr val="026855"/>
      </a:hlink>
      <a:folHlink>
        <a:srgbClr val="5B6F6B"/>
      </a:folHlink>
    </a:clrScheme>
    <a:fontScheme name="Genesis Ideathon">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162</TotalTime>
  <Words>1081</Words>
  <Application>Microsoft Office PowerPoint</Application>
  <PresentationFormat>Widescreen</PresentationFormat>
  <Paragraphs>119</Paragraphs>
  <Slides>9</Slides>
  <Notes>9</Notes>
  <HiddenSlides>0</HiddenSlides>
  <MMClips>0</MMClips>
  <ScaleCrop>false</ScaleCrop>
  <HeadingPairs>
    <vt:vector size="4" baseType="variant">
      <vt:variant>
        <vt:lpstr>Theme</vt:lpstr>
      </vt:variant>
      <vt:variant>
        <vt:i4>1</vt:i4>
      </vt:variant>
      <vt:variant>
        <vt:lpstr>Slide Titles</vt:lpstr>
      </vt:variant>
      <vt:variant>
        <vt:i4>9</vt:i4>
      </vt:variant>
    </vt:vector>
  </HeadingPairs>
  <TitlesOfParts>
    <vt:vector size="10" baseType="lpstr">
      <vt:lpstr>Genesis Ideathon</vt:lpstr>
      <vt:lpstr>PowerPoint Presentation</vt:lpstr>
      <vt:lpstr>DOMAIN PROBLEM IN OUR WORDS</vt:lpstr>
      <vt:lpstr>WHO IS AFFECTED?</vt:lpstr>
      <vt:lpstr>CURRENT SITUATION &amp; CONTEXT</vt:lpstr>
      <vt:lpstr>KEY CHALLENGES</vt:lpstr>
      <vt:lpstr>EXISTING SOLUTIONS / APPROACHES</vt:lpstr>
      <vt:lpstr>PROBLEM INSIGHTS &amp; OPPORTUNITY AREAS</vt:lpstr>
      <vt:lpstr>INITIAL DIRECTION &amp; EXPECTED OUTCOME</vt:lpstr>
      <vt:lpstr>TEAM CONTRIBUTION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Genesis Ideathon – Pre-Ideathon Template</dc:title>
  <dc:subject>PptxGenJS Presentation</dc:subject>
  <dc:creator>Genesis Ideathon</dc:creator>
  <cp:lastModifiedBy>Tammana Sriram - [CB.EN.U4ELC26148]</cp:lastModifiedBy>
  <cp:revision>6</cp:revision>
  <dcterms:created xsi:type="dcterms:W3CDTF">2026-10-07T15:27:40Z</dcterms:created>
  <dcterms:modified xsi:type="dcterms:W3CDTF">2026-10-10T10:01:18Z</dcterms:modified>
</cp:coreProperties>
</file>