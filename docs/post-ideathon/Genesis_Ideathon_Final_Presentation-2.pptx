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notesMaster" Target="notesMasters/notesMaster1.xml" /><Relationship Id="rId2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3F8FDD-CD10-2A4F-845F-8A877A63509C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385A23-4672-CD48-AC51-AE0DF180C1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188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336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13325"/>
            <a:ext cx="9144000" cy="36313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3371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1" y="0"/>
            <a:ext cx="913401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337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22"/>
            <a:ext cx="9144000" cy="68469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337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337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59" y="0"/>
            <a:ext cx="910828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337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59" y="0"/>
            <a:ext cx="910828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337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59" y="0"/>
            <a:ext cx="910828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337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59" y="0"/>
            <a:ext cx="910828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337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386"/>
            <a:ext cx="9144000" cy="68092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337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59" y="0"/>
            <a:ext cx="910828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337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11" y="0"/>
            <a:ext cx="906437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337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53" y="0"/>
            <a:ext cx="902269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337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893"/>
            <a:ext cx="9144000" cy="682021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w/yukt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" y="0"/>
            <a:ext cx="912297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Tammana Sriram - [CB.EN.U4ELC26148]</cp:lastModifiedBy>
  <cp:revision>2</cp:revision>
  <dcterms:created xsi:type="dcterms:W3CDTF">2026-10-11T09:14:25Z</dcterms:created>
  <dcterms:modified xsi:type="dcterms:W3CDTF">2026-10-11T09:32:18Z</dcterms:modified>
</cp:coreProperties>
</file>